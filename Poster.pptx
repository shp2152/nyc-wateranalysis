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 roundtripDataSignature="AMtx7mh0CTs+5CzGsV07UqFQD0yMhYpG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00"/>
              </a:spcBef>
              <a:spcAft>
                <a:spcPts val="0"/>
              </a:spcAft>
              <a:buSzPts val="1400"/>
              <a:buNone/>
              <a:defRPr b="0" i="0" sz="1100" u="none" cap="none" strike="noStrike">
                <a:latin typeface="Times New Roman"/>
                <a:ea typeface="Times New Roman"/>
                <a:cs typeface="Times New Roman"/>
                <a:sym typeface="Times New Roman"/>
              </a:defRPr>
            </a:lvl1pPr>
            <a:lvl2pPr indent="-228600" lvl="1" marL="914400" marR="0" rtl="0" algn="l">
              <a:spcBef>
                <a:spcPts val="300"/>
              </a:spcBef>
              <a:spcAft>
                <a:spcPts val="0"/>
              </a:spcAft>
              <a:buSzPts val="1400"/>
              <a:buNone/>
              <a:defRPr b="0" i="0" sz="1100" u="none" cap="none" strike="noStrike">
                <a:latin typeface="Times New Roman"/>
                <a:ea typeface="Times New Roman"/>
                <a:cs typeface="Times New Roman"/>
                <a:sym typeface="Times New Roman"/>
              </a:defRPr>
            </a:lvl2pPr>
            <a:lvl3pPr indent="-228600" lvl="2" marL="1371600" marR="0" rtl="0" algn="l">
              <a:spcBef>
                <a:spcPts val="300"/>
              </a:spcBef>
              <a:spcAft>
                <a:spcPts val="0"/>
              </a:spcAft>
              <a:buSzPts val="1400"/>
              <a:buNone/>
              <a:defRPr b="0" i="0" sz="1100" u="none" cap="none" strike="noStrike">
                <a:latin typeface="Times New Roman"/>
                <a:ea typeface="Times New Roman"/>
                <a:cs typeface="Times New Roman"/>
                <a:sym typeface="Times New Roman"/>
              </a:defRPr>
            </a:lvl3pPr>
            <a:lvl4pPr indent="-228600" lvl="3" marL="1828800" marR="0" rtl="0" algn="l">
              <a:spcBef>
                <a:spcPts val="300"/>
              </a:spcBef>
              <a:spcAft>
                <a:spcPts val="0"/>
              </a:spcAft>
              <a:buSzPts val="1400"/>
              <a:buNone/>
              <a:defRPr b="0" i="0" sz="1100" u="none" cap="none" strike="noStrike">
                <a:latin typeface="Times New Roman"/>
                <a:ea typeface="Times New Roman"/>
                <a:cs typeface="Times New Roman"/>
                <a:sym typeface="Times New Roman"/>
              </a:defRPr>
            </a:lvl4pPr>
            <a:lvl5pPr indent="-228600" lvl="4" marL="2286000" marR="0" rtl="0" algn="l">
              <a:spcBef>
                <a:spcPts val="300"/>
              </a:spcBef>
              <a:spcAft>
                <a:spcPts val="0"/>
              </a:spcAft>
              <a:buSzPts val="1400"/>
              <a:buNone/>
              <a:defRPr b="0" i="0" sz="1100" u="none" cap="none" strike="noStrike">
                <a:latin typeface="Times New Roman"/>
                <a:ea typeface="Times New Roman"/>
                <a:cs typeface="Times New Roman"/>
                <a:sym typeface="Times New Roman"/>
              </a:defRPr>
            </a:lvl5pPr>
            <a:lvl6pPr indent="-228600" lvl="5" marL="2743200" marR="0" rtl="0" algn="l">
              <a:spcBef>
                <a:spcPts val="300"/>
              </a:spcBef>
              <a:spcAft>
                <a:spcPts val="0"/>
              </a:spcAft>
              <a:buSzPts val="1400"/>
              <a:buNone/>
              <a:defRPr b="0" i="0" sz="1100" u="none" cap="none" strike="noStrike">
                <a:latin typeface="Times New Roman"/>
                <a:ea typeface="Times New Roman"/>
                <a:cs typeface="Times New Roman"/>
                <a:sym typeface="Times New Roman"/>
              </a:defRPr>
            </a:lvl6pPr>
            <a:lvl7pPr indent="-228600" lvl="6" marL="3200400" marR="0" rtl="0" algn="l">
              <a:spcBef>
                <a:spcPts val="300"/>
              </a:spcBef>
              <a:spcAft>
                <a:spcPts val="0"/>
              </a:spcAft>
              <a:buSzPts val="1400"/>
              <a:buNone/>
              <a:defRPr b="0" i="0" sz="1100" u="none" cap="none" strike="noStrike">
                <a:latin typeface="Times New Roman"/>
                <a:ea typeface="Times New Roman"/>
                <a:cs typeface="Times New Roman"/>
                <a:sym typeface="Times New Roman"/>
              </a:defRPr>
            </a:lvl7pPr>
            <a:lvl8pPr indent="-228600" lvl="7" marL="3657600" marR="0" rtl="0" algn="l">
              <a:spcBef>
                <a:spcPts val="300"/>
              </a:spcBef>
              <a:spcAft>
                <a:spcPts val="0"/>
              </a:spcAft>
              <a:buSzPts val="1400"/>
              <a:buNone/>
              <a:defRPr b="0" i="0" sz="1100" u="none" cap="none" strike="noStrike">
                <a:latin typeface="Times New Roman"/>
                <a:ea typeface="Times New Roman"/>
                <a:cs typeface="Times New Roman"/>
                <a:sym typeface="Times New Roman"/>
              </a:defRPr>
            </a:lvl8pPr>
            <a:lvl9pPr indent="-228600" lvl="8" marL="4114800" marR="0" rtl="0" algn="l">
              <a:spcBef>
                <a:spcPts val="300"/>
              </a:spcBef>
              <a:spcAft>
                <a:spcPts val="0"/>
              </a:spcAft>
              <a:buSzPts val="1400"/>
              <a:buNone/>
              <a:defRPr b="0" i="0" sz="1100" u="none" cap="none" strike="noStrike">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1cee297c96_0_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g31cee297c96_0_9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9" name="Shape 9"/>
        <p:cNvGrpSpPr/>
        <p:nvPr/>
      </p:nvGrpSpPr>
      <p:grpSpPr>
        <a:xfrm>
          <a:off x="0" y="0"/>
          <a:ext cx="0" cy="0"/>
          <a:chOff x="0" y="0"/>
          <a:chExt cx="0" cy="0"/>
        </a:xfrm>
      </p:grpSpPr>
      <p:sp>
        <p:nvSpPr>
          <p:cNvPr id="10" name="Google Shape;10;p3"/>
          <p:cNvSpPr txBox="1"/>
          <p:nvPr>
            <p:ph idx="12" type="sldNum"/>
          </p:nvPr>
        </p:nvSpPr>
        <p:spPr>
          <a:xfrm>
            <a:off x="39375527" y="29992724"/>
            <a:ext cx="1224963" cy="1304735"/>
          </a:xfrm>
          <a:prstGeom prst="rect">
            <a:avLst/>
          </a:prstGeom>
          <a:noFill/>
          <a:ln>
            <a:noFill/>
          </a:ln>
        </p:spPr>
        <p:txBody>
          <a:bodyPr anchorCtr="0" anchor="t" bIns="199725" lIns="199725" spcFirstLastPara="1" rIns="199725" wrap="square" tIns="199725">
            <a:spAutoFit/>
          </a:bodyPr>
          <a:lstStyle>
            <a:lvl1pPr indent="0" lvl="0"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
          <p:cNvSpPr txBox="1"/>
          <p:nvPr>
            <p:ph type="title"/>
          </p:nvPr>
        </p:nvSpPr>
        <p:spPr>
          <a:xfrm>
            <a:off x="3292125" y="10225340"/>
            <a:ext cx="37306957" cy="7056523"/>
          </a:xfrm>
          <a:prstGeom prst="rect">
            <a:avLst/>
          </a:prstGeom>
          <a:noFill/>
          <a:ln>
            <a:noFill/>
          </a:ln>
        </p:spPr>
        <p:txBody>
          <a:bodyPr anchorCtr="0" anchor="ctr" bIns="199725" lIns="199725" spcFirstLastPara="1" rIns="199725" wrap="square" tIns="199725">
            <a:normAutofit/>
          </a:bodyPr>
          <a:lstStyle>
            <a:lvl1pPr lvl="0" algn="ctr">
              <a:lnSpc>
                <a:spcPct val="100000"/>
              </a:lnSpc>
              <a:spcBef>
                <a:spcPts val="0"/>
              </a:spcBef>
              <a:spcAft>
                <a:spcPts val="0"/>
              </a:spcAft>
              <a:buClr>
                <a:srgbClr val="464646"/>
              </a:buClr>
              <a:buSzPts val="1800"/>
              <a:buNone/>
              <a:defRPr/>
            </a:lvl1pPr>
            <a:lvl2pPr lvl="1" algn="ctr">
              <a:lnSpc>
                <a:spcPct val="100000"/>
              </a:lnSpc>
              <a:spcBef>
                <a:spcPts val="0"/>
              </a:spcBef>
              <a:spcAft>
                <a:spcPts val="0"/>
              </a:spcAft>
              <a:buClr>
                <a:srgbClr val="464646"/>
              </a:buClr>
              <a:buSzPts val="1800"/>
              <a:buNone/>
              <a:defRPr/>
            </a:lvl2pPr>
            <a:lvl3pPr lvl="2" algn="ctr">
              <a:lnSpc>
                <a:spcPct val="100000"/>
              </a:lnSpc>
              <a:spcBef>
                <a:spcPts val="0"/>
              </a:spcBef>
              <a:spcAft>
                <a:spcPts val="0"/>
              </a:spcAft>
              <a:buClr>
                <a:srgbClr val="464646"/>
              </a:buClr>
              <a:buSzPts val="1800"/>
              <a:buNone/>
              <a:defRPr/>
            </a:lvl3pPr>
            <a:lvl4pPr lvl="3" algn="ctr">
              <a:lnSpc>
                <a:spcPct val="100000"/>
              </a:lnSpc>
              <a:spcBef>
                <a:spcPts val="0"/>
              </a:spcBef>
              <a:spcAft>
                <a:spcPts val="0"/>
              </a:spcAft>
              <a:buClr>
                <a:srgbClr val="464646"/>
              </a:buClr>
              <a:buSzPts val="1800"/>
              <a:buNone/>
              <a:defRPr/>
            </a:lvl4pPr>
            <a:lvl5pPr lvl="4" algn="ctr">
              <a:lnSpc>
                <a:spcPct val="100000"/>
              </a:lnSpc>
              <a:spcBef>
                <a:spcPts val="0"/>
              </a:spcBef>
              <a:spcAft>
                <a:spcPts val="0"/>
              </a:spcAft>
              <a:buClr>
                <a:srgbClr val="464646"/>
              </a:buClr>
              <a:buSzPts val="1800"/>
              <a:buNone/>
              <a:defRPr/>
            </a:lvl5pPr>
            <a:lvl6pPr lvl="5" algn="ctr">
              <a:lnSpc>
                <a:spcPct val="100000"/>
              </a:lnSpc>
              <a:spcBef>
                <a:spcPts val="0"/>
              </a:spcBef>
              <a:spcAft>
                <a:spcPts val="0"/>
              </a:spcAft>
              <a:buClr>
                <a:srgbClr val="464646"/>
              </a:buClr>
              <a:buSzPts val="1800"/>
              <a:buNone/>
              <a:defRPr/>
            </a:lvl6pPr>
            <a:lvl7pPr lvl="6" algn="ctr">
              <a:lnSpc>
                <a:spcPct val="100000"/>
              </a:lnSpc>
              <a:spcBef>
                <a:spcPts val="0"/>
              </a:spcBef>
              <a:spcAft>
                <a:spcPts val="0"/>
              </a:spcAft>
              <a:buClr>
                <a:srgbClr val="464646"/>
              </a:buClr>
              <a:buSzPts val="1800"/>
              <a:buNone/>
              <a:defRPr/>
            </a:lvl7pPr>
            <a:lvl8pPr lvl="7" algn="ctr">
              <a:lnSpc>
                <a:spcPct val="100000"/>
              </a:lnSpc>
              <a:spcBef>
                <a:spcPts val="0"/>
              </a:spcBef>
              <a:spcAft>
                <a:spcPts val="0"/>
              </a:spcAft>
              <a:buClr>
                <a:srgbClr val="464646"/>
              </a:buClr>
              <a:buSzPts val="1800"/>
              <a:buNone/>
              <a:defRPr/>
            </a:lvl8pPr>
            <a:lvl9pPr lvl="8" algn="ctr">
              <a:lnSpc>
                <a:spcPct val="100000"/>
              </a:lnSpc>
              <a:spcBef>
                <a:spcPts val="0"/>
              </a:spcBef>
              <a:spcAft>
                <a:spcPts val="0"/>
              </a:spcAft>
              <a:buClr>
                <a:srgbClr val="464646"/>
              </a:buClr>
              <a:buSzPts val="1800"/>
              <a:buNone/>
              <a:defRPr/>
            </a:lvl9pPr>
          </a:lstStyle>
          <a:p/>
        </p:txBody>
      </p:sp>
      <p:sp>
        <p:nvSpPr>
          <p:cNvPr id="13" name="Google Shape;13;p4"/>
          <p:cNvSpPr txBox="1"/>
          <p:nvPr>
            <p:ph idx="1" type="body"/>
          </p:nvPr>
        </p:nvSpPr>
        <p:spPr>
          <a:xfrm>
            <a:off x="6584247" y="18653464"/>
            <a:ext cx="30722712" cy="8413081"/>
          </a:xfrm>
          <a:prstGeom prst="rect">
            <a:avLst/>
          </a:prstGeom>
          <a:noFill/>
          <a:ln>
            <a:noFill/>
          </a:ln>
        </p:spPr>
        <p:txBody>
          <a:bodyPr anchorCtr="0" anchor="t" bIns="199725" lIns="199725" spcFirstLastPara="1" rIns="199725" wrap="square" tIns="199725">
            <a:normAutofit/>
          </a:bodyPr>
          <a:lstStyle>
            <a:lvl1pPr indent="-228600" lvl="0" marL="457200" algn="ctr">
              <a:lnSpc>
                <a:spcPct val="100000"/>
              </a:lnSpc>
              <a:spcBef>
                <a:spcPts val="3500"/>
              </a:spcBef>
              <a:spcAft>
                <a:spcPts val="0"/>
              </a:spcAft>
              <a:buClr>
                <a:srgbClr val="000000"/>
              </a:buClr>
              <a:buSzPts val="1800"/>
              <a:buNone/>
              <a:defRPr/>
            </a:lvl1pPr>
            <a:lvl2pPr indent="-228600" lvl="1" marL="914400" algn="ctr">
              <a:lnSpc>
                <a:spcPct val="100000"/>
              </a:lnSpc>
              <a:spcBef>
                <a:spcPts val="3500"/>
              </a:spcBef>
              <a:spcAft>
                <a:spcPts val="0"/>
              </a:spcAft>
              <a:buClr>
                <a:srgbClr val="000000"/>
              </a:buClr>
              <a:buSzPts val="1800"/>
              <a:buNone/>
              <a:defRPr/>
            </a:lvl2pPr>
            <a:lvl3pPr indent="-228600" lvl="2" marL="1371600" algn="ctr">
              <a:lnSpc>
                <a:spcPct val="100000"/>
              </a:lnSpc>
              <a:spcBef>
                <a:spcPts val="3500"/>
              </a:spcBef>
              <a:spcAft>
                <a:spcPts val="0"/>
              </a:spcAft>
              <a:buClr>
                <a:srgbClr val="000000"/>
              </a:buClr>
              <a:buSzPts val="1800"/>
              <a:buNone/>
              <a:defRPr/>
            </a:lvl3pPr>
            <a:lvl4pPr indent="-228600" lvl="3" marL="1828800" algn="ctr">
              <a:lnSpc>
                <a:spcPct val="100000"/>
              </a:lnSpc>
              <a:spcBef>
                <a:spcPts val="3500"/>
              </a:spcBef>
              <a:spcAft>
                <a:spcPts val="0"/>
              </a:spcAft>
              <a:buClr>
                <a:srgbClr val="000000"/>
              </a:buClr>
              <a:buSzPts val="1800"/>
              <a:buNone/>
              <a:defRPr/>
            </a:lvl4pPr>
            <a:lvl5pPr indent="-228600" lvl="4" marL="2286000" algn="ctr">
              <a:lnSpc>
                <a:spcPct val="100000"/>
              </a:lnSpc>
              <a:spcBef>
                <a:spcPts val="3500"/>
              </a:spcBef>
              <a:spcAft>
                <a:spcPts val="0"/>
              </a:spcAft>
              <a:buClr>
                <a:srgbClr val="000000"/>
              </a:buClr>
              <a:buSzPts val="1800"/>
              <a:buNone/>
              <a:defRPr/>
            </a:lvl5pPr>
            <a:lvl6pPr indent="-342900" lvl="5" marL="2743200" algn="l">
              <a:lnSpc>
                <a:spcPct val="100000"/>
              </a:lnSpc>
              <a:spcBef>
                <a:spcPts val="3500"/>
              </a:spcBef>
              <a:spcAft>
                <a:spcPts val="0"/>
              </a:spcAft>
              <a:buClr>
                <a:srgbClr val="000000"/>
              </a:buClr>
              <a:buSzPts val="1800"/>
              <a:buChar char="»"/>
              <a:defRPr/>
            </a:lvl6pPr>
            <a:lvl7pPr indent="-342900" lvl="6" marL="3200400" algn="l">
              <a:lnSpc>
                <a:spcPct val="100000"/>
              </a:lnSpc>
              <a:spcBef>
                <a:spcPts val="3500"/>
              </a:spcBef>
              <a:spcAft>
                <a:spcPts val="0"/>
              </a:spcAft>
              <a:buClr>
                <a:srgbClr val="000000"/>
              </a:buClr>
              <a:buSzPts val="1800"/>
              <a:buChar char="»"/>
              <a:defRPr/>
            </a:lvl7pPr>
            <a:lvl8pPr indent="-342900" lvl="7" marL="3657600" algn="l">
              <a:lnSpc>
                <a:spcPct val="100000"/>
              </a:lnSpc>
              <a:spcBef>
                <a:spcPts val="3500"/>
              </a:spcBef>
              <a:spcAft>
                <a:spcPts val="0"/>
              </a:spcAft>
              <a:buClr>
                <a:srgbClr val="000000"/>
              </a:buClr>
              <a:buSzPts val="1800"/>
              <a:buChar char="»"/>
              <a:defRPr/>
            </a:lvl8pPr>
            <a:lvl9pPr indent="-342900" lvl="8" marL="4114800" algn="l">
              <a:lnSpc>
                <a:spcPct val="100000"/>
              </a:lnSpc>
              <a:spcBef>
                <a:spcPts val="3500"/>
              </a:spcBef>
              <a:spcAft>
                <a:spcPts val="0"/>
              </a:spcAft>
              <a:buClr>
                <a:srgbClr val="000000"/>
              </a:buClr>
              <a:buSzPts val="1800"/>
              <a:buChar char="»"/>
              <a:defRPr/>
            </a:lvl9pPr>
          </a:lstStyle>
          <a:p/>
        </p:txBody>
      </p:sp>
      <p:sp>
        <p:nvSpPr>
          <p:cNvPr id="14" name="Google Shape;14;p4"/>
          <p:cNvSpPr txBox="1"/>
          <p:nvPr>
            <p:ph idx="12" type="sldNum"/>
          </p:nvPr>
        </p:nvSpPr>
        <p:spPr>
          <a:xfrm>
            <a:off x="39375527" y="29992724"/>
            <a:ext cx="1224963" cy="1304735"/>
          </a:xfrm>
          <a:prstGeom prst="rect">
            <a:avLst/>
          </a:prstGeom>
          <a:noFill/>
          <a:ln>
            <a:noFill/>
          </a:ln>
        </p:spPr>
        <p:txBody>
          <a:bodyPr anchorCtr="0" anchor="t" bIns="199725" lIns="199725" spcFirstLastPara="1" rIns="199725" wrap="square" tIns="199725">
            <a:spAutoFit/>
          </a:bodyPr>
          <a:lstStyle>
            <a:lvl1pPr indent="0" lvl="0"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5" name="Shape 15"/>
        <p:cNvGrpSpPr/>
        <p:nvPr/>
      </p:nvGrpSpPr>
      <p:grpSpPr>
        <a:xfrm>
          <a:off x="0" y="0"/>
          <a:ext cx="0" cy="0"/>
          <a:chOff x="0" y="0"/>
          <a:chExt cx="0" cy="0"/>
        </a:xfrm>
      </p:grpSpPr>
      <p:sp>
        <p:nvSpPr>
          <p:cNvPr id="16" name="Google Shape;16;p5"/>
          <p:cNvSpPr txBox="1"/>
          <p:nvPr>
            <p:ph type="title"/>
          </p:nvPr>
        </p:nvSpPr>
        <p:spPr>
          <a:xfrm>
            <a:off x="3467101" y="21153023"/>
            <a:ext cx="37306958" cy="6537660"/>
          </a:xfrm>
          <a:prstGeom prst="rect">
            <a:avLst/>
          </a:prstGeom>
          <a:noFill/>
          <a:ln>
            <a:noFill/>
          </a:ln>
        </p:spPr>
        <p:txBody>
          <a:bodyPr anchorCtr="0" anchor="t" bIns="199725" lIns="199725" spcFirstLastPara="1" rIns="199725" wrap="square" tIns="199725">
            <a:normAutofit/>
          </a:bodyPr>
          <a:lstStyle>
            <a:lvl1pPr lvl="0" algn="l">
              <a:lnSpc>
                <a:spcPct val="100000"/>
              </a:lnSpc>
              <a:spcBef>
                <a:spcPts val="0"/>
              </a:spcBef>
              <a:spcAft>
                <a:spcPts val="0"/>
              </a:spcAft>
              <a:buClr>
                <a:srgbClr val="464646"/>
              </a:buClr>
              <a:buSzPts val="3800"/>
              <a:buFont typeface="Arial"/>
              <a:buNone/>
              <a:defRPr b="1" sz="3800" cap="none"/>
            </a:lvl1pPr>
            <a:lvl2pPr lvl="1" algn="ctr">
              <a:lnSpc>
                <a:spcPct val="100000"/>
              </a:lnSpc>
              <a:spcBef>
                <a:spcPts val="0"/>
              </a:spcBef>
              <a:spcAft>
                <a:spcPts val="0"/>
              </a:spcAft>
              <a:buClr>
                <a:srgbClr val="464646"/>
              </a:buClr>
              <a:buSzPts val="1800"/>
              <a:buNone/>
              <a:defRPr/>
            </a:lvl2pPr>
            <a:lvl3pPr lvl="2" algn="ctr">
              <a:lnSpc>
                <a:spcPct val="100000"/>
              </a:lnSpc>
              <a:spcBef>
                <a:spcPts val="0"/>
              </a:spcBef>
              <a:spcAft>
                <a:spcPts val="0"/>
              </a:spcAft>
              <a:buClr>
                <a:srgbClr val="464646"/>
              </a:buClr>
              <a:buSzPts val="1800"/>
              <a:buNone/>
              <a:defRPr/>
            </a:lvl3pPr>
            <a:lvl4pPr lvl="3" algn="ctr">
              <a:lnSpc>
                <a:spcPct val="100000"/>
              </a:lnSpc>
              <a:spcBef>
                <a:spcPts val="0"/>
              </a:spcBef>
              <a:spcAft>
                <a:spcPts val="0"/>
              </a:spcAft>
              <a:buClr>
                <a:srgbClr val="464646"/>
              </a:buClr>
              <a:buSzPts val="1800"/>
              <a:buNone/>
              <a:defRPr/>
            </a:lvl4pPr>
            <a:lvl5pPr lvl="4" algn="ctr">
              <a:lnSpc>
                <a:spcPct val="100000"/>
              </a:lnSpc>
              <a:spcBef>
                <a:spcPts val="0"/>
              </a:spcBef>
              <a:spcAft>
                <a:spcPts val="0"/>
              </a:spcAft>
              <a:buClr>
                <a:srgbClr val="464646"/>
              </a:buClr>
              <a:buSzPts val="1800"/>
              <a:buNone/>
              <a:defRPr/>
            </a:lvl5pPr>
            <a:lvl6pPr lvl="5" algn="ctr">
              <a:lnSpc>
                <a:spcPct val="100000"/>
              </a:lnSpc>
              <a:spcBef>
                <a:spcPts val="0"/>
              </a:spcBef>
              <a:spcAft>
                <a:spcPts val="0"/>
              </a:spcAft>
              <a:buClr>
                <a:srgbClr val="464646"/>
              </a:buClr>
              <a:buSzPts val="1800"/>
              <a:buNone/>
              <a:defRPr/>
            </a:lvl6pPr>
            <a:lvl7pPr lvl="6" algn="ctr">
              <a:lnSpc>
                <a:spcPct val="100000"/>
              </a:lnSpc>
              <a:spcBef>
                <a:spcPts val="0"/>
              </a:spcBef>
              <a:spcAft>
                <a:spcPts val="0"/>
              </a:spcAft>
              <a:buClr>
                <a:srgbClr val="464646"/>
              </a:buClr>
              <a:buSzPts val="1800"/>
              <a:buNone/>
              <a:defRPr/>
            </a:lvl7pPr>
            <a:lvl8pPr lvl="7" algn="ctr">
              <a:lnSpc>
                <a:spcPct val="100000"/>
              </a:lnSpc>
              <a:spcBef>
                <a:spcPts val="0"/>
              </a:spcBef>
              <a:spcAft>
                <a:spcPts val="0"/>
              </a:spcAft>
              <a:buClr>
                <a:srgbClr val="464646"/>
              </a:buClr>
              <a:buSzPts val="1800"/>
              <a:buNone/>
              <a:defRPr/>
            </a:lvl8pPr>
            <a:lvl9pPr lvl="8" algn="ctr">
              <a:lnSpc>
                <a:spcPct val="100000"/>
              </a:lnSpc>
              <a:spcBef>
                <a:spcPts val="0"/>
              </a:spcBef>
              <a:spcAft>
                <a:spcPts val="0"/>
              </a:spcAft>
              <a:buClr>
                <a:srgbClr val="464646"/>
              </a:buClr>
              <a:buSzPts val="1800"/>
              <a:buNone/>
              <a:defRPr/>
            </a:lvl9pPr>
          </a:lstStyle>
          <a:p/>
        </p:txBody>
      </p:sp>
      <p:sp>
        <p:nvSpPr>
          <p:cNvPr id="17" name="Google Shape;17;p5"/>
          <p:cNvSpPr txBox="1"/>
          <p:nvPr>
            <p:ph idx="1" type="body"/>
          </p:nvPr>
        </p:nvSpPr>
        <p:spPr>
          <a:xfrm>
            <a:off x="3467101" y="13952120"/>
            <a:ext cx="37306958" cy="7200902"/>
          </a:xfrm>
          <a:prstGeom prst="rect">
            <a:avLst/>
          </a:prstGeom>
          <a:noFill/>
          <a:ln>
            <a:noFill/>
          </a:ln>
        </p:spPr>
        <p:txBody>
          <a:bodyPr anchorCtr="0" anchor="b" bIns="199725" lIns="199725" spcFirstLastPara="1" rIns="199725" wrap="square" tIns="199725">
            <a:normAutofit/>
          </a:bodyPr>
          <a:lstStyle>
            <a:lvl1pPr indent="-228600" lvl="0" marL="457200" algn="l">
              <a:lnSpc>
                <a:spcPct val="100000"/>
              </a:lnSpc>
              <a:spcBef>
                <a:spcPts val="400"/>
              </a:spcBef>
              <a:spcAft>
                <a:spcPts val="0"/>
              </a:spcAft>
              <a:buClr>
                <a:srgbClr val="000000"/>
              </a:buClr>
              <a:buSzPts val="1900"/>
              <a:buFont typeface="Arial"/>
              <a:buNone/>
              <a:defRPr sz="1900"/>
            </a:lvl1pPr>
            <a:lvl2pPr indent="-228600" lvl="1" marL="914400" algn="l">
              <a:lnSpc>
                <a:spcPct val="100000"/>
              </a:lnSpc>
              <a:spcBef>
                <a:spcPts val="400"/>
              </a:spcBef>
              <a:spcAft>
                <a:spcPts val="0"/>
              </a:spcAft>
              <a:buClr>
                <a:srgbClr val="000000"/>
              </a:buClr>
              <a:buSzPts val="1900"/>
              <a:buFont typeface="Arial"/>
              <a:buNone/>
              <a:defRPr sz="1900"/>
            </a:lvl2pPr>
            <a:lvl3pPr indent="-228600" lvl="2" marL="1371600" algn="l">
              <a:lnSpc>
                <a:spcPct val="100000"/>
              </a:lnSpc>
              <a:spcBef>
                <a:spcPts val="400"/>
              </a:spcBef>
              <a:spcAft>
                <a:spcPts val="0"/>
              </a:spcAft>
              <a:buClr>
                <a:srgbClr val="000000"/>
              </a:buClr>
              <a:buSzPts val="1900"/>
              <a:buFont typeface="Arial"/>
              <a:buNone/>
              <a:defRPr sz="1900"/>
            </a:lvl3pPr>
            <a:lvl4pPr indent="-228600" lvl="3" marL="1828800" algn="l">
              <a:lnSpc>
                <a:spcPct val="100000"/>
              </a:lnSpc>
              <a:spcBef>
                <a:spcPts val="400"/>
              </a:spcBef>
              <a:spcAft>
                <a:spcPts val="0"/>
              </a:spcAft>
              <a:buClr>
                <a:srgbClr val="000000"/>
              </a:buClr>
              <a:buSzPts val="1900"/>
              <a:buFont typeface="Arial"/>
              <a:buNone/>
              <a:defRPr sz="1900"/>
            </a:lvl4pPr>
            <a:lvl5pPr indent="-228600" lvl="4" marL="2286000" algn="l">
              <a:lnSpc>
                <a:spcPct val="100000"/>
              </a:lnSpc>
              <a:spcBef>
                <a:spcPts val="400"/>
              </a:spcBef>
              <a:spcAft>
                <a:spcPts val="0"/>
              </a:spcAft>
              <a:buClr>
                <a:srgbClr val="000000"/>
              </a:buClr>
              <a:buSzPts val="1900"/>
              <a:buFont typeface="Arial"/>
              <a:buNone/>
              <a:defRPr sz="1900"/>
            </a:lvl5pPr>
            <a:lvl6pPr indent="-342900" lvl="5" marL="2743200" algn="l">
              <a:lnSpc>
                <a:spcPct val="100000"/>
              </a:lnSpc>
              <a:spcBef>
                <a:spcPts val="3500"/>
              </a:spcBef>
              <a:spcAft>
                <a:spcPts val="0"/>
              </a:spcAft>
              <a:buClr>
                <a:srgbClr val="000000"/>
              </a:buClr>
              <a:buSzPts val="1800"/>
              <a:buChar char="»"/>
              <a:defRPr/>
            </a:lvl6pPr>
            <a:lvl7pPr indent="-342900" lvl="6" marL="3200400" algn="l">
              <a:lnSpc>
                <a:spcPct val="100000"/>
              </a:lnSpc>
              <a:spcBef>
                <a:spcPts val="3500"/>
              </a:spcBef>
              <a:spcAft>
                <a:spcPts val="0"/>
              </a:spcAft>
              <a:buClr>
                <a:srgbClr val="000000"/>
              </a:buClr>
              <a:buSzPts val="1800"/>
              <a:buChar char="»"/>
              <a:defRPr/>
            </a:lvl7pPr>
            <a:lvl8pPr indent="-342900" lvl="7" marL="3657600" algn="l">
              <a:lnSpc>
                <a:spcPct val="100000"/>
              </a:lnSpc>
              <a:spcBef>
                <a:spcPts val="3500"/>
              </a:spcBef>
              <a:spcAft>
                <a:spcPts val="0"/>
              </a:spcAft>
              <a:buClr>
                <a:srgbClr val="000000"/>
              </a:buClr>
              <a:buSzPts val="1800"/>
              <a:buChar char="»"/>
              <a:defRPr/>
            </a:lvl8pPr>
            <a:lvl9pPr indent="-342900" lvl="8" marL="4114800" algn="l">
              <a:lnSpc>
                <a:spcPct val="100000"/>
              </a:lnSpc>
              <a:spcBef>
                <a:spcPts val="3500"/>
              </a:spcBef>
              <a:spcAft>
                <a:spcPts val="0"/>
              </a:spcAft>
              <a:buClr>
                <a:srgbClr val="000000"/>
              </a:buClr>
              <a:buSzPts val="1800"/>
              <a:buChar char="»"/>
              <a:defRPr/>
            </a:lvl9pPr>
          </a:lstStyle>
          <a:p/>
        </p:txBody>
      </p:sp>
      <p:sp>
        <p:nvSpPr>
          <p:cNvPr id="18" name="Google Shape;18;p5"/>
          <p:cNvSpPr txBox="1"/>
          <p:nvPr>
            <p:ph idx="12" type="sldNum"/>
          </p:nvPr>
        </p:nvSpPr>
        <p:spPr>
          <a:xfrm>
            <a:off x="39375527" y="29992724"/>
            <a:ext cx="1224963" cy="1304735"/>
          </a:xfrm>
          <a:prstGeom prst="rect">
            <a:avLst/>
          </a:prstGeom>
          <a:noFill/>
          <a:ln>
            <a:noFill/>
          </a:ln>
        </p:spPr>
        <p:txBody>
          <a:bodyPr anchorCtr="0" anchor="t" bIns="199725" lIns="199725" spcFirstLastPara="1" rIns="199725" wrap="square" tIns="199725">
            <a:spAutoFit/>
          </a:bodyPr>
          <a:lstStyle>
            <a:lvl1pPr indent="0" lvl="0"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9" name="Shape 19"/>
        <p:cNvGrpSpPr/>
        <p:nvPr/>
      </p:nvGrpSpPr>
      <p:grpSpPr>
        <a:xfrm>
          <a:off x="0" y="0"/>
          <a:ext cx="0" cy="0"/>
          <a:chOff x="0" y="0"/>
          <a:chExt cx="0" cy="0"/>
        </a:xfrm>
      </p:grpSpPr>
      <p:sp>
        <p:nvSpPr>
          <p:cNvPr id="20" name="Google Shape;20;p6"/>
          <p:cNvSpPr txBox="1"/>
          <p:nvPr>
            <p:ph type="title"/>
          </p:nvPr>
        </p:nvSpPr>
        <p:spPr>
          <a:xfrm>
            <a:off x="3290711" y="2925679"/>
            <a:ext cx="37309780" cy="5486401"/>
          </a:xfrm>
          <a:prstGeom prst="rect">
            <a:avLst/>
          </a:prstGeom>
          <a:noFill/>
          <a:ln>
            <a:noFill/>
          </a:ln>
        </p:spPr>
        <p:txBody>
          <a:bodyPr anchorCtr="0" anchor="ctr" bIns="199725" lIns="199725" spcFirstLastPara="1" rIns="199725" wrap="square" tIns="199725">
            <a:normAutofit/>
          </a:bodyPr>
          <a:lstStyle>
            <a:lvl1pPr lvl="0" algn="ctr">
              <a:lnSpc>
                <a:spcPct val="100000"/>
              </a:lnSpc>
              <a:spcBef>
                <a:spcPts val="0"/>
              </a:spcBef>
              <a:spcAft>
                <a:spcPts val="0"/>
              </a:spcAft>
              <a:buClr>
                <a:srgbClr val="464646"/>
              </a:buClr>
              <a:buSzPts val="1800"/>
              <a:buNone/>
              <a:defRPr/>
            </a:lvl1pPr>
            <a:lvl2pPr lvl="1" algn="ctr">
              <a:lnSpc>
                <a:spcPct val="100000"/>
              </a:lnSpc>
              <a:spcBef>
                <a:spcPts val="0"/>
              </a:spcBef>
              <a:spcAft>
                <a:spcPts val="0"/>
              </a:spcAft>
              <a:buClr>
                <a:srgbClr val="464646"/>
              </a:buClr>
              <a:buSzPts val="1800"/>
              <a:buNone/>
              <a:defRPr/>
            </a:lvl2pPr>
            <a:lvl3pPr lvl="2" algn="ctr">
              <a:lnSpc>
                <a:spcPct val="100000"/>
              </a:lnSpc>
              <a:spcBef>
                <a:spcPts val="0"/>
              </a:spcBef>
              <a:spcAft>
                <a:spcPts val="0"/>
              </a:spcAft>
              <a:buClr>
                <a:srgbClr val="464646"/>
              </a:buClr>
              <a:buSzPts val="1800"/>
              <a:buNone/>
              <a:defRPr/>
            </a:lvl3pPr>
            <a:lvl4pPr lvl="3" algn="ctr">
              <a:lnSpc>
                <a:spcPct val="100000"/>
              </a:lnSpc>
              <a:spcBef>
                <a:spcPts val="0"/>
              </a:spcBef>
              <a:spcAft>
                <a:spcPts val="0"/>
              </a:spcAft>
              <a:buClr>
                <a:srgbClr val="464646"/>
              </a:buClr>
              <a:buSzPts val="1800"/>
              <a:buNone/>
              <a:defRPr/>
            </a:lvl4pPr>
            <a:lvl5pPr lvl="4" algn="ctr">
              <a:lnSpc>
                <a:spcPct val="100000"/>
              </a:lnSpc>
              <a:spcBef>
                <a:spcPts val="0"/>
              </a:spcBef>
              <a:spcAft>
                <a:spcPts val="0"/>
              </a:spcAft>
              <a:buClr>
                <a:srgbClr val="464646"/>
              </a:buClr>
              <a:buSzPts val="1800"/>
              <a:buNone/>
              <a:defRPr/>
            </a:lvl5pPr>
            <a:lvl6pPr lvl="5" algn="ctr">
              <a:lnSpc>
                <a:spcPct val="100000"/>
              </a:lnSpc>
              <a:spcBef>
                <a:spcPts val="0"/>
              </a:spcBef>
              <a:spcAft>
                <a:spcPts val="0"/>
              </a:spcAft>
              <a:buClr>
                <a:srgbClr val="464646"/>
              </a:buClr>
              <a:buSzPts val="1800"/>
              <a:buNone/>
              <a:defRPr/>
            </a:lvl6pPr>
            <a:lvl7pPr lvl="6" algn="ctr">
              <a:lnSpc>
                <a:spcPct val="100000"/>
              </a:lnSpc>
              <a:spcBef>
                <a:spcPts val="0"/>
              </a:spcBef>
              <a:spcAft>
                <a:spcPts val="0"/>
              </a:spcAft>
              <a:buClr>
                <a:srgbClr val="464646"/>
              </a:buClr>
              <a:buSzPts val="1800"/>
              <a:buNone/>
              <a:defRPr/>
            </a:lvl7pPr>
            <a:lvl8pPr lvl="7" algn="ctr">
              <a:lnSpc>
                <a:spcPct val="100000"/>
              </a:lnSpc>
              <a:spcBef>
                <a:spcPts val="0"/>
              </a:spcBef>
              <a:spcAft>
                <a:spcPts val="0"/>
              </a:spcAft>
              <a:buClr>
                <a:srgbClr val="464646"/>
              </a:buClr>
              <a:buSzPts val="1800"/>
              <a:buNone/>
              <a:defRPr/>
            </a:lvl8pPr>
            <a:lvl9pPr lvl="8" algn="ctr">
              <a:lnSpc>
                <a:spcPct val="100000"/>
              </a:lnSpc>
              <a:spcBef>
                <a:spcPts val="0"/>
              </a:spcBef>
              <a:spcAft>
                <a:spcPts val="0"/>
              </a:spcAft>
              <a:buClr>
                <a:srgbClr val="464646"/>
              </a:buClr>
              <a:buSzPts val="1800"/>
              <a:buNone/>
              <a:defRPr/>
            </a:lvl9pPr>
          </a:lstStyle>
          <a:p/>
        </p:txBody>
      </p:sp>
      <p:sp>
        <p:nvSpPr>
          <p:cNvPr id="21" name="Google Shape;21;p6"/>
          <p:cNvSpPr txBox="1"/>
          <p:nvPr>
            <p:ph idx="1" type="body"/>
          </p:nvPr>
        </p:nvSpPr>
        <p:spPr>
          <a:xfrm>
            <a:off x="3290713" y="9507959"/>
            <a:ext cx="18587156" cy="19752845"/>
          </a:xfrm>
          <a:prstGeom prst="rect">
            <a:avLst/>
          </a:prstGeom>
          <a:noFill/>
          <a:ln>
            <a:noFill/>
          </a:ln>
        </p:spPr>
        <p:txBody>
          <a:bodyPr anchorCtr="0" anchor="t" bIns="199725" lIns="199725" spcFirstLastPara="1" rIns="199725" wrap="square" tIns="199725">
            <a:normAutofit/>
          </a:bodyPr>
          <a:lstStyle>
            <a:lvl1pPr indent="-393700" lvl="0" marL="457200" algn="l">
              <a:lnSpc>
                <a:spcPct val="100000"/>
              </a:lnSpc>
              <a:spcBef>
                <a:spcPts val="600"/>
              </a:spcBef>
              <a:spcAft>
                <a:spcPts val="0"/>
              </a:spcAft>
              <a:buClr>
                <a:srgbClr val="000000"/>
              </a:buClr>
              <a:buSzPts val="2600"/>
              <a:buFont typeface="Arial"/>
              <a:buChar char="•"/>
              <a:defRPr sz="2600"/>
            </a:lvl1pPr>
            <a:lvl2pPr indent="-393700" lvl="1" marL="914400" algn="l">
              <a:lnSpc>
                <a:spcPct val="100000"/>
              </a:lnSpc>
              <a:spcBef>
                <a:spcPts val="600"/>
              </a:spcBef>
              <a:spcAft>
                <a:spcPts val="0"/>
              </a:spcAft>
              <a:buClr>
                <a:srgbClr val="000000"/>
              </a:buClr>
              <a:buSzPts val="2600"/>
              <a:buFont typeface="Arial"/>
              <a:buChar char="–"/>
              <a:defRPr sz="2600"/>
            </a:lvl2pPr>
            <a:lvl3pPr indent="-393700" lvl="2" marL="1371600" algn="l">
              <a:lnSpc>
                <a:spcPct val="100000"/>
              </a:lnSpc>
              <a:spcBef>
                <a:spcPts val="600"/>
              </a:spcBef>
              <a:spcAft>
                <a:spcPts val="0"/>
              </a:spcAft>
              <a:buClr>
                <a:srgbClr val="000000"/>
              </a:buClr>
              <a:buSzPts val="2600"/>
              <a:buFont typeface="Arial"/>
              <a:buChar char="•"/>
              <a:defRPr sz="2600"/>
            </a:lvl3pPr>
            <a:lvl4pPr indent="-393700" lvl="3" marL="1828800" algn="l">
              <a:lnSpc>
                <a:spcPct val="100000"/>
              </a:lnSpc>
              <a:spcBef>
                <a:spcPts val="600"/>
              </a:spcBef>
              <a:spcAft>
                <a:spcPts val="0"/>
              </a:spcAft>
              <a:buClr>
                <a:srgbClr val="000000"/>
              </a:buClr>
              <a:buSzPts val="2600"/>
              <a:buFont typeface="Arial"/>
              <a:buChar char="–"/>
              <a:defRPr sz="2600"/>
            </a:lvl4pPr>
            <a:lvl5pPr indent="-393700" lvl="4" marL="2286000" algn="l">
              <a:lnSpc>
                <a:spcPct val="100000"/>
              </a:lnSpc>
              <a:spcBef>
                <a:spcPts val="600"/>
              </a:spcBef>
              <a:spcAft>
                <a:spcPts val="0"/>
              </a:spcAft>
              <a:buClr>
                <a:srgbClr val="000000"/>
              </a:buClr>
              <a:buSzPts val="2600"/>
              <a:buFont typeface="Arial"/>
              <a:buChar char="»"/>
              <a:defRPr sz="2600"/>
            </a:lvl5pPr>
            <a:lvl6pPr indent="-342900" lvl="5" marL="2743200" algn="l">
              <a:lnSpc>
                <a:spcPct val="100000"/>
              </a:lnSpc>
              <a:spcBef>
                <a:spcPts val="3500"/>
              </a:spcBef>
              <a:spcAft>
                <a:spcPts val="0"/>
              </a:spcAft>
              <a:buClr>
                <a:srgbClr val="000000"/>
              </a:buClr>
              <a:buSzPts val="1800"/>
              <a:buChar char="»"/>
              <a:defRPr/>
            </a:lvl6pPr>
            <a:lvl7pPr indent="-342900" lvl="6" marL="3200400" algn="l">
              <a:lnSpc>
                <a:spcPct val="100000"/>
              </a:lnSpc>
              <a:spcBef>
                <a:spcPts val="3500"/>
              </a:spcBef>
              <a:spcAft>
                <a:spcPts val="0"/>
              </a:spcAft>
              <a:buClr>
                <a:srgbClr val="000000"/>
              </a:buClr>
              <a:buSzPts val="1800"/>
              <a:buChar char="»"/>
              <a:defRPr/>
            </a:lvl7pPr>
            <a:lvl8pPr indent="-342900" lvl="7" marL="3657600" algn="l">
              <a:lnSpc>
                <a:spcPct val="100000"/>
              </a:lnSpc>
              <a:spcBef>
                <a:spcPts val="3500"/>
              </a:spcBef>
              <a:spcAft>
                <a:spcPts val="0"/>
              </a:spcAft>
              <a:buClr>
                <a:srgbClr val="000000"/>
              </a:buClr>
              <a:buSzPts val="1800"/>
              <a:buChar char="»"/>
              <a:defRPr/>
            </a:lvl8pPr>
            <a:lvl9pPr indent="-342900" lvl="8" marL="4114800" algn="l">
              <a:lnSpc>
                <a:spcPct val="100000"/>
              </a:lnSpc>
              <a:spcBef>
                <a:spcPts val="3500"/>
              </a:spcBef>
              <a:spcAft>
                <a:spcPts val="0"/>
              </a:spcAft>
              <a:buClr>
                <a:srgbClr val="000000"/>
              </a:buClr>
              <a:buSzPts val="1800"/>
              <a:buChar char="»"/>
              <a:defRPr/>
            </a:lvl9pPr>
          </a:lstStyle>
          <a:p/>
        </p:txBody>
      </p:sp>
      <p:sp>
        <p:nvSpPr>
          <p:cNvPr id="22" name="Google Shape;22;p6"/>
          <p:cNvSpPr txBox="1"/>
          <p:nvPr>
            <p:ph idx="12" type="sldNum"/>
          </p:nvPr>
        </p:nvSpPr>
        <p:spPr>
          <a:xfrm>
            <a:off x="39375527" y="29992724"/>
            <a:ext cx="1224963" cy="1304735"/>
          </a:xfrm>
          <a:prstGeom prst="rect">
            <a:avLst/>
          </a:prstGeom>
          <a:noFill/>
          <a:ln>
            <a:noFill/>
          </a:ln>
        </p:spPr>
        <p:txBody>
          <a:bodyPr anchorCtr="0" anchor="t" bIns="199725" lIns="199725" spcFirstLastPara="1" rIns="199725" wrap="square" tIns="199725">
            <a:spAutoFit/>
          </a:bodyPr>
          <a:lstStyle>
            <a:lvl1pPr indent="0" lvl="0"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3" name="Shape 23"/>
        <p:cNvGrpSpPr/>
        <p:nvPr/>
      </p:nvGrpSpPr>
      <p:grpSpPr>
        <a:xfrm>
          <a:off x="0" y="0"/>
          <a:ext cx="0" cy="0"/>
          <a:chOff x="0" y="0"/>
          <a:chExt cx="0" cy="0"/>
        </a:xfrm>
      </p:grpSpPr>
      <p:sp>
        <p:nvSpPr>
          <p:cNvPr id="24" name="Google Shape;24;p7"/>
          <p:cNvSpPr txBox="1"/>
          <p:nvPr>
            <p:ph type="title"/>
          </p:nvPr>
        </p:nvSpPr>
        <p:spPr>
          <a:xfrm>
            <a:off x="2194280" y="1318963"/>
            <a:ext cx="39502645" cy="5486401"/>
          </a:xfrm>
          <a:prstGeom prst="rect">
            <a:avLst/>
          </a:prstGeom>
          <a:noFill/>
          <a:ln>
            <a:noFill/>
          </a:ln>
        </p:spPr>
        <p:txBody>
          <a:bodyPr anchorCtr="0" anchor="ctr" bIns="199725" lIns="199725" spcFirstLastPara="1" rIns="199725" wrap="square" tIns="199725">
            <a:normAutofit/>
          </a:bodyPr>
          <a:lstStyle>
            <a:lvl1pPr lvl="0" algn="ctr">
              <a:lnSpc>
                <a:spcPct val="100000"/>
              </a:lnSpc>
              <a:spcBef>
                <a:spcPts val="0"/>
              </a:spcBef>
              <a:spcAft>
                <a:spcPts val="0"/>
              </a:spcAft>
              <a:buClr>
                <a:srgbClr val="464646"/>
              </a:buClr>
              <a:buSzPts val="1800"/>
              <a:buNone/>
              <a:defRPr/>
            </a:lvl1pPr>
            <a:lvl2pPr lvl="1" algn="ctr">
              <a:lnSpc>
                <a:spcPct val="100000"/>
              </a:lnSpc>
              <a:spcBef>
                <a:spcPts val="0"/>
              </a:spcBef>
              <a:spcAft>
                <a:spcPts val="0"/>
              </a:spcAft>
              <a:buClr>
                <a:srgbClr val="464646"/>
              </a:buClr>
              <a:buSzPts val="1800"/>
              <a:buNone/>
              <a:defRPr/>
            </a:lvl2pPr>
            <a:lvl3pPr lvl="2" algn="ctr">
              <a:lnSpc>
                <a:spcPct val="100000"/>
              </a:lnSpc>
              <a:spcBef>
                <a:spcPts val="0"/>
              </a:spcBef>
              <a:spcAft>
                <a:spcPts val="0"/>
              </a:spcAft>
              <a:buClr>
                <a:srgbClr val="464646"/>
              </a:buClr>
              <a:buSzPts val="1800"/>
              <a:buNone/>
              <a:defRPr/>
            </a:lvl3pPr>
            <a:lvl4pPr lvl="3" algn="ctr">
              <a:lnSpc>
                <a:spcPct val="100000"/>
              </a:lnSpc>
              <a:spcBef>
                <a:spcPts val="0"/>
              </a:spcBef>
              <a:spcAft>
                <a:spcPts val="0"/>
              </a:spcAft>
              <a:buClr>
                <a:srgbClr val="464646"/>
              </a:buClr>
              <a:buSzPts val="1800"/>
              <a:buNone/>
              <a:defRPr/>
            </a:lvl4pPr>
            <a:lvl5pPr lvl="4" algn="ctr">
              <a:lnSpc>
                <a:spcPct val="100000"/>
              </a:lnSpc>
              <a:spcBef>
                <a:spcPts val="0"/>
              </a:spcBef>
              <a:spcAft>
                <a:spcPts val="0"/>
              </a:spcAft>
              <a:buClr>
                <a:srgbClr val="464646"/>
              </a:buClr>
              <a:buSzPts val="1800"/>
              <a:buNone/>
              <a:defRPr/>
            </a:lvl5pPr>
            <a:lvl6pPr lvl="5" algn="ctr">
              <a:lnSpc>
                <a:spcPct val="100000"/>
              </a:lnSpc>
              <a:spcBef>
                <a:spcPts val="0"/>
              </a:spcBef>
              <a:spcAft>
                <a:spcPts val="0"/>
              </a:spcAft>
              <a:buClr>
                <a:srgbClr val="464646"/>
              </a:buClr>
              <a:buSzPts val="1800"/>
              <a:buNone/>
              <a:defRPr/>
            </a:lvl6pPr>
            <a:lvl7pPr lvl="6" algn="ctr">
              <a:lnSpc>
                <a:spcPct val="100000"/>
              </a:lnSpc>
              <a:spcBef>
                <a:spcPts val="0"/>
              </a:spcBef>
              <a:spcAft>
                <a:spcPts val="0"/>
              </a:spcAft>
              <a:buClr>
                <a:srgbClr val="464646"/>
              </a:buClr>
              <a:buSzPts val="1800"/>
              <a:buNone/>
              <a:defRPr/>
            </a:lvl7pPr>
            <a:lvl8pPr lvl="7" algn="ctr">
              <a:lnSpc>
                <a:spcPct val="100000"/>
              </a:lnSpc>
              <a:spcBef>
                <a:spcPts val="0"/>
              </a:spcBef>
              <a:spcAft>
                <a:spcPts val="0"/>
              </a:spcAft>
              <a:buClr>
                <a:srgbClr val="464646"/>
              </a:buClr>
              <a:buSzPts val="1800"/>
              <a:buNone/>
              <a:defRPr/>
            </a:lvl8pPr>
            <a:lvl9pPr lvl="8" algn="ctr">
              <a:lnSpc>
                <a:spcPct val="100000"/>
              </a:lnSpc>
              <a:spcBef>
                <a:spcPts val="0"/>
              </a:spcBef>
              <a:spcAft>
                <a:spcPts val="0"/>
              </a:spcAft>
              <a:buClr>
                <a:srgbClr val="464646"/>
              </a:buClr>
              <a:buSzPts val="1800"/>
              <a:buNone/>
              <a:defRPr/>
            </a:lvl9pPr>
          </a:lstStyle>
          <a:p/>
        </p:txBody>
      </p:sp>
      <p:sp>
        <p:nvSpPr>
          <p:cNvPr id="25" name="Google Shape;25;p7"/>
          <p:cNvSpPr txBox="1"/>
          <p:nvPr>
            <p:ph idx="1" type="body"/>
          </p:nvPr>
        </p:nvSpPr>
        <p:spPr>
          <a:xfrm>
            <a:off x="2194280" y="7367843"/>
            <a:ext cx="19392901" cy="3071060"/>
          </a:xfrm>
          <a:prstGeom prst="rect">
            <a:avLst/>
          </a:prstGeom>
          <a:noFill/>
          <a:ln>
            <a:noFill/>
          </a:ln>
        </p:spPr>
        <p:txBody>
          <a:bodyPr anchorCtr="0" anchor="b" bIns="199725" lIns="199725" spcFirstLastPara="1" rIns="199725" wrap="square" tIns="199725">
            <a:normAutofit/>
          </a:bodyPr>
          <a:lstStyle>
            <a:lvl1pPr indent="-228600" lvl="0" marL="457200" algn="l">
              <a:lnSpc>
                <a:spcPct val="100000"/>
              </a:lnSpc>
              <a:spcBef>
                <a:spcPts val="500"/>
              </a:spcBef>
              <a:spcAft>
                <a:spcPts val="0"/>
              </a:spcAft>
              <a:buClr>
                <a:srgbClr val="000000"/>
              </a:buClr>
              <a:buSzPts val="2300"/>
              <a:buFont typeface="Arial"/>
              <a:buNone/>
              <a:defRPr b="1" sz="2300"/>
            </a:lvl1pPr>
            <a:lvl2pPr indent="-228600" lvl="1" marL="914400" algn="l">
              <a:lnSpc>
                <a:spcPct val="100000"/>
              </a:lnSpc>
              <a:spcBef>
                <a:spcPts val="500"/>
              </a:spcBef>
              <a:spcAft>
                <a:spcPts val="0"/>
              </a:spcAft>
              <a:buClr>
                <a:srgbClr val="000000"/>
              </a:buClr>
              <a:buSzPts val="2300"/>
              <a:buFont typeface="Arial"/>
              <a:buNone/>
              <a:defRPr b="1" sz="2300"/>
            </a:lvl2pPr>
            <a:lvl3pPr indent="-228600" lvl="2" marL="1371600" algn="l">
              <a:lnSpc>
                <a:spcPct val="100000"/>
              </a:lnSpc>
              <a:spcBef>
                <a:spcPts val="500"/>
              </a:spcBef>
              <a:spcAft>
                <a:spcPts val="0"/>
              </a:spcAft>
              <a:buClr>
                <a:srgbClr val="000000"/>
              </a:buClr>
              <a:buSzPts val="2300"/>
              <a:buFont typeface="Arial"/>
              <a:buNone/>
              <a:defRPr b="1" sz="2300"/>
            </a:lvl3pPr>
            <a:lvl4pPr indent="-228600" lvl="3" marL="1828800" algn="l">
              <a:lnSpc>
                <a:spcPct val="100000"/>
              </a:lnSpc>
              <a:spcBef>
                <a:spcPts val="500"/>
              </a:spcBef>
              <a:spcAft>
                <a:spcPts val="0"/>
              </a:spcAft>
              <a:buClr>
                <a:srgbClr val="000000"/>
              </a:buClr>
              <a:buSzPts val="2300"/>
              <a:buFont typeface="Arial"/>
              <a:buNone/>
              <a:defRPr b="1" sz="2300"/>
            </a:lvl4pPr>
            <a:lvl5pPr indent="-228600" lvl="4" marL="2286000" algn="l">
              <a:lnSpc>
                <a:spcPct val="100000"/>
              </a:lnSpc>
              <a:spcBef>
                <a:spcPts val="500"/>
              </a:spcBef>
              <a:spcAft>
                <a:spcPts val="0"/>
              </a:spcAft>
              <a:buClr>
                <a:srgbClr val="000000"/>
              </a:buClr>
              <a:buSzPts val="2300"/>
              <a:buFont typeface="Arial"/>
              <a:buNone/>
              <a:defRPr b="1" sz="2300"/>
            </a:lvl5pPr>
            <a:lvl6pPr indent="-342900" lvl="5" marL="2743200" algn="l">
              <a:lnSpc>
                <a:spcPct val="100000"/>
              </a:lnSpc>
              <a:spcBef>
                <a:spcPts val="3500"/>
              </a:spcBef>
              <a:spcAft>
                <a:spcPts val="0"/>
              </a:spcAft>
              <a:buClr>
                <a:srgbClr val="000000"/>
              </a:buClr>
              <a:buSzPts val="1800"/>
              <a:buChar char="»"/>
              <a:defRPr/>
            </a:lvl6pPr>
            <a:lvl7pPr indent="-342900" lvl="6" marL="3200400" algn="l">
              <a:lnSpc>
                <a:spcPct val="100000"/>
              </a:lnSpc>
              <a:spcBef>
                <a:spcPts val="3500"/>
              </a:spcBef>
              <a:spcAft>
                <a:spcPts val="0"/>
              </a:spcAft>
              <a:buClr>
                <a:srgbClr val="000000"/>
              </a:buClr>
              <a:buSzPts val="1800"/>
              <a:buChar char="»"/>
              <a:defRPr/>
            </a:lvl7pPr>
            <a:lvl8pPr indent="-342900" lvl="7" marL="3657600" algn="l">
              <a:lnSpc>
                <a:spcPct val="100000"/>
              </a:lnSpc>
              <a:spcBef>
                <a:spcPts val="3500"/>
              </a:spcBef>
              <a:spcAft>
                <a:spcPts val="0"/>
              </a:spcAft>
              <a:buClr>
                <a:srgbClr val="000000"/>
              </a:buClr>
              <a:buSzPts val="1800"/>
              <a:buChar char="»"/>
              <a:defRPr/>
            </a:lvl8pPr>
            <a:lvl9pPr indent="-342900" lvl="8" marL="4114800" algn="l">
              <a:lnSpc>
                <a:spcPct val="100000"/>
              </a:lnSpc>
              <a:spcBef>
                <a:spcPts val="3500"/>
              </a:spcBef>
              <a:spcAft>
                <a:spcPts val="0"/>
              </a:spcAft>
              <a:buClr>
                <a:srgbClr val="000000"/>
              </a:buClr>
              <a:buSzPts val="1800"/>
              <a:buChar char="»"/>
              <a:defRPr/>
            </a:lvl9pPr>
          </a:lstStyle>
          <a:p/>
        </p:txBody>
      </p:sp>
      <p:sp>
        <p:nvSpPr>
          <p:cNvPr id="26" name="Google Shape;26;p7"/>
          <p:cNvSpPr txBox="1"/>
          <p:nvPr>
            <p:ph idx="2" type="body"/>
          </p:nvPr>
        </p:nvSpPr>
        <p:spPr>
          <a:xfrm>
            <a:off x="22295558" y="7367843"/>
            <a:ext cx="19401369" cy="3071060"/>
          </a:xfrm>
          <a:prstGeom prst="rect">
            <a:avLst/>
          </a:prstGeom>
          <a:noFill/>
          <a:ln>
            <a:noFill/>
          </a:ln>
        </p:spPr>
        <p:txBody>
          <a:bodyPr anchorCtr="0" anchor="b" bIns="199725" lIns="199725" spcFirstLastPara="1" rIns="199725" wrap="square" tIns="199725">
            <a:normAutofit/>
          </a:bodyPr>
          <a:lstStyle>
            <a:lvl1pPr indent="-342900" lvl="0" marL="457200" algn="l">
              <a:lnSpc>
                <a:spcPct val="100000"/>
              </a:lnSpc>
              <a:spcBef>
                <a:spcPts val="3500"/>
              </a:spcBef>
              <a:spcAft>
                <a:spcPts val="0"/>
              </a:spcAft>
              <a:buClr>
                <a:srgbClr val="000000"/>
              </a:buClr>
              <a:buSzPts val="1800"/>
              <a:buChar char="•"/>
              <a:defRPr/>
            </a:lvl1pPr>
            <a:lvl2pPr indent="-342900" lvl="1" marL="914400" algn="l">
              <a:lnSpc>
                <a:spcPct val="100000"/>
              </a:lnSpc>
              <a:spcBef>
                <a:spcPts val="3500"/>
              </a:spcBef>
              <a:spcAft>
                <a:spcPts val="0"/>
              </a:spcAft>
              <a:buClr>
                <a:srgbClr val="000000"/>
              </a:buClr>
              <a:buSzPts val="1800"/>
              <a:buChar char="–"/>
              <a:defRPr/>
            </a:lvl2pPr>
            <a:lvl3pPr indent="-342900" lvl="2" marL="1371600" algn="l">
              <a:lnSpc>
                <a:spcPct val="100000"/>
              </a:lnSpc>
              <a:spcBef>
                <a:spcPts val="3500"/>
              </a:spcBef>
              <a:spcAft>
                <a:spcPts val="0"/>
              </a:spcAft>
              <a:buClr>
                <a:srgbClr val="000000"/>
              </a:buClr>
              <a:buSzPts val="1800"/>
              <a:buChar char="•"/>
              <a:defRPr/>
            </a:lvl3pPr>
            <a:lvl4pPr indent="-342900" lvl="3" marL="1828800" algn="l">
              <a:lnSpc>
                <a:spcPct val="100000"/>
              </a:lnSpc>
              <a:spcBef>
                <a:spcPts val="3500"/>
              </a:spcBef>
              <a:spcAft>
                <a:spcPts val="0"/>
              </a:spcAft>
              <a:buClr>
                <a:srgbClr val="000000"/>
              </a:buClr>
              <a:buSzPts val="1800"/>
              <a:buChar char="–"/>
              <a:defRPr/>
            </a:lvl4pPr>
            <a:lvl5pPr indent="-342900" lvl="4" marL="2286000" algn="l">
              <a:lnSpc>
                <a:spcPct val="100000"/>
              </a:lnSpc>
              <a:spcBef>
                <a:spcPts val="3500"/>
              </a:spcBef>
              <a:spcAft>
                <a:spcPts val="0"/>
              </a:spcAft>
              <a:buClr>
                <a:srgbClr val="000000"/>
              </a:buClr>
              <a:buSzPts val="1800"/>
              <a:buChar char="»"/>
              <a:defRPr/>
            </a:lvl5pPr>
            <a:lvl6pPr indent="-342900" lvl="5" marL="2743200" algn="l">
              <a:lnSpc>
                <a:spcPct val="100000"/>
              </a:lnSpc>
              <a:spcBef>
                <a:spcPts val="3500"/>
              </a:spcBef>
              <a:spcAft>
                <a:spcPts val="0"/>
              </a:spcAft>
              <a:buClr>
                <a:srgbClr val="000000"/>
              </a:buClr>
              <a:buSzPts val="1800"/>
              <a:buChar char="»"/>
              <a:defRPr/>
            </a:lvl6pPr>
            <a:lvl7pPr indent="-342900" lvl="6" marL="3200400" algn="l">
              <a:lnSpc>
                <a:spcPct val="100000"/>
              </a:lnSpc>
              <a:spcBef>
                <a:spcPts val="3500"/>
              </a:spcBef>
              <a:spcAft>
                <a:spcPts val="0"/>
              </a:spcAft>
              <a:buClr>
                <a:srgbClr val="000000"/>
              </a:buClr>
              <a:buSzPts val="1800"/>
              <a:buChar char="»"/>
              <a:defRPr/>
            </a:lvl7pPr>
            <a:lvl8pPr indent="-342900" lvl="7" marL="3657600" algn="l">
              <a:lnSpc>
                <a:spcPct val="100000"/>
              </a:lnSpc>
              <a:spcBef>
                <a:spcPts val="3500"/>
              </a:spcBef>
              <a:spcAft>
                <a:spcPts val="0"/>
              </a:spcAft>
              <a:buClr>
                <a:srgbClr val="000000"/>
              </a:buClr>
              <a:buSzPts val="1800"/>
              <a:buChar char="»"/>
              <a:defRPr/>
            </a:lvl8pPr>
            <a:lvl9pPr indent="-342900" lvl="8" marL="4114800" algn="l">
              <a:lnSpc>
                <a:spcPct val="100000"/>
              </a:lnSpc>
              <a:spcBef>
                <a:spcPts val="3500"/>
              </a:spcBef>
              <a:spcAft>
                <a:spcPts val="0"/>
              </a:spcAft>
              <a:buClr>
                <a:srgbClr val="000000"/>
              </a:buClr>
              <a:buSzPts val="1800"/>
              <a:buChar char="»"/>
              <a:defRPr/>
            </a:lvl9pPr>
          </a:lstStyle>
          <a:p/>
        </p:txBody>
      </p:sp>
      <p:sp>
        <p:nvSpPr>
          <p:cNvPr id="27" name="Google Shape;27;p7"/>
          <p:cNvSpPr txBox="1"/>
          <p:nvPr>
            <p:ph idx="12" type="sldNum"/>
          </p:nvPr>
        </p:nvSpPr>
        <p:spPr>
          <a:xfrm>
            <a:off x="39375527" y="29992724"/>
            <a:ext cx="1224963" cy="1304735"/>
          </a:xfrm>
          <a:prstGeom prst="rect">
            <a:avLst/>
          </a:prstGeom>
          <a:noFill/>
          <a:ln>
            <a:noFill/>
          </a:ln>
        </p:spPr>
        <p:txBody>
          <a:bodyPr anchorCtr="0" anchor="t" bIns="199725" lIns="199725" spcFirstLastPara="1" rIns="199725" wrap="square" tIns="199725">
            <a:spAutoFit/>
          </a:bodyPr>
          <a:lstStyle>
            <a:lvl1pPr indent="0" lvl="0"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8" name="Shape 28"/>
        <p:cNvGrpSpPr/>
        <p:nvPr/>
      </p:nvGrpSpPr>
      <p:grpSpPr>
        <a:xfrm>
          <a:off x="0" y="0"/>
          <a:ext cx="0" cy="0"/>
          <a:chOff x="0" y="0"/>
          <a:chExt cx="0" cy="0"/>
        </a:xfrm>
      </p:grpSpPr>
      <p:sp>
        <p:nvSpPr>
          <p:cNvPr id="29" name="Google Shape;29;p8"/>
          <p:cNvSpPr txBox="1"/>
          <p:nvPr>
            <p:ph type="title"/>
          </p:nvPr>
        </p:nvSpPr>
        <p:spPr>
          <a:xfrm>
            <a:off x="3290711" y="2925679"/>
            <a:ext cx="37309780" cy="5486401"/>
          </a:xfrm>
          <a:prstGeom prst="rect">
            <a:avLst/>
          </a:prstGeom>
          <a:noFill/>
          <a:ln>
            <a:noFill/>
          </a:ln>
        </p:spPr>
        <p:txBody>
          <a:bodyPr anchorCtr="0" anchor="ctr" bIns="199725" lIns="199725" spcFirstLastPara="1" rIns="199725" wrap="square" tIns="199725">
            <a:normAutofit/>
          </a:bodyPr>
          <a:lstStyle>
            <a:lvl1pPr lvl="0" algn="ctr">
              <a:lnSpc>
                <a:spcPct val="100000"/>
              </a:lnSpc>
              <a:spcBef>
                <a:spcPts val="0"/>
              </a:spcBef>
              <a:spcAft>
                <a:spcPts val="0"/>
              </a:spcAft>
              <a:buClr>
                <a:srgbClr val="464646"/>
              </a:buClr>
              <a:buSzPts val="1800"/>
              <a:buNone/>
              <a:defRPr/>
            </a:lvl1pPr>
            <a:lvl2pPr lvl="1" algn="ctr">
              <a:lnSpc>
                <a:spcPct val="100000"/>
              </a:lnSpc>
              <a:spcBef>
                <a:spcPts val="0"/>
              </a:spcBef>
              <a:spcAft>
                <a:spcPts val="0"/>
              </a:spcAft>
              <a:buClr>
                <a:srgbClr val="464646"/>
              </a:buClr>
              <a:buSzPts val="1800"/>
              <a:buNone/>
              <a:defRPr/>
            </a:lvl2pPr>
            <a:lvl3pPr lvl="2" algn="ctr">
              <a:lnSpc>
                <a:spcPct val="100000"/>
              </a:lnSpc>
              <a:spcBef>
                <a:spcPts val="0"/>
              </a:spcBef>
              <a:spcAft>
                <a:spcPts val="0"/>
              </a:spcAft>
              <a:buClr>
                <a:srgbClr val="464646"/>
              </a:buClr>
              <a:buSzPts val="1800"/>
              <a:buNone/>
              <a:defRPr/>
            </a:lvl3pPr>
            <a:lvl4pPr lvl="3" algn="ctr">
              <a:lnSpc>
                <a:spcPct val="100000"/>
              </a:lnSpc>
              <a:spcBef>
                <a:spcPts val="0"/>
              </a:spcBef>
              <a:spcAft>
                <a:spcPts val="0"/>
              </a:spcAft>
              <a:buClr>
                <a:srgbClr val="464646"/>
              </a:buClr>
              <a:buSzPts val="1800"/>
              <a:buNone/>
              <a:defRPr/>
            </a:lvl4pPr>
            <a:lvl5pPr lvl="4" algn="ctr">
              <a:lnSpc>
                <a:spcPct val="100000"/>
              </a:lnSpc>
              <a:spcBef>
                <a:spcPts val="0"/>
              </a:spcBef>
              <a:spcAft>
                <a:spcPts val="0"/>
              </a:spcAft>
              <a:buClr>
                <a:srgbClr val="464646"/>
              </a:buClr>
              <a:buSzPts val="1800"/>
              <a:buNone/>
              <a:defRPr/>
            </a:lvl5pPr>
            <a:lvl6pPr lvl="5" algn="ctr">
              <a:lnSpc>
                <a:spcPct val="100000"/>
              </a:lnSpc>
              <a:spcBef>
                <a:spcPts val="0"/>
              </a:spcBef>
              <a:spcAft>
                <a:spcPts val="0"/>
              </a:spcAft>
              <a:buClr>
                <a:srgbClr val="464646"/>
              </a:buClr>
              <a:buSzPts val="1800"/>
              <a:buNone/>
              <a:defRPr/>
            </a:lvl6pPr>
            <a:lvl7pPr lvl="6" algn="ctr">
              <a:lnSpc>
                <a:spcPct val="100000"/>
              </a:lnSpc>
              <a:spcBef>
                <a:spcPts val="0"/>
              </a:spcBef>
              <a:spcAft>
                <a:spcPts val="0"/>
              </a:spcAft>
              <a:buClr>
                <a:srgbClr val="464646"/>
              </a:buClr>
              <a:buSzPts val="1800"/>
              <a:buNone/>
              <a:defRPr/>
            </a:lvl7pPr>
            <a:lvl8pPr lvl="7" algn="ctr">
              <a:lnSpc>
                <a:spcPct val="100000"/>
              </a:lnSpc>
              <a:spcBef>
                <a:spcPts val="0"/>
              </a:spcBef>
              <a:spcAft>
                <a:spcPts val="0"/>
              </a:spcAft>
              <a:buClr>
                <a:srgbClr val="464646"/>
              </a:buClr>
              <a:buSzPts val="1800"/>
              <a:buNone/>
              <a:defRPr/>
            </a:lvl8pPr>
            <a:lvl9pPr lvl="8" algn="ctr">
              <a:lnSpc>
                <a:spcPct val="100000"/>
              </a:lnSpc>
              <a:spcBef>
                <a:spcPts val="0"/>
              </a:spcBef>
              <a:spcAft>
                <a:spcPts val="0"/>
              </a:spcAft>
              <a:buClr>
                <a:srgbClr val="464646"/>
              </a:buClr>
              <a:buSzPts val="1800"/>
              <a:buNone/>
              <a:defRPr/>
            </a:lvl9pPr>
          </a:lstStyle>
          <a:p/>
        </p:txBody>
      </p:sp>
      <p:sp>
        <p:nvSpPr>
          <p:cNvPr id="30" name="Google Shape;30;p8"/>
          <p:cNvSpPr txBox="1"/>
          <p:nvPr>
            <p:ph idx="12" type="sldNum"/>
          </p:nvPr>
        </p:nvSpPr>
        <p:spPr>
          <a:xfrm>
            <a:off x="39375527" y="29992724"/>
            <a:ext cx="1224963" cy="1304735"/>
          </a:xfrm>
          <a:prstGeom prst="rect">
            <a:avLst/>
          </a:prstGeom>
          <a:noFill/>
          <a:ln>
            <a:noFill/>
          </a:ln>
        </p:spPr>
        <p:txBody>
          <a:bodyPr anchorCtr="0" anchor="t" bIns="199725" lIns="199725" spcFirstLastPara="1" rIns="199725" wrap="square" tIns="199725">
            <a:spAutoFit/>
          </a:bodyPr>
          <a:lstStyle>
            <a:lvl1pPr indent="0" lvl="0"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1" name="Shape 31"/>
        <p:cNvGrpSpPr/>
        <p:nvPr/>
      </p:nvGrpSpPr>
      <p:grpSpPr>
        <a:xfrm>
          <a:off x="0" y="0"/>
          <a:ext cx="0" cy="0"/>
          <a:chOff x="0" y="0"/>
          <a:chExt cx="0" cy="0"/>
        </a:xfrm>
      </p:grpSpPr>
      <p:sp>
        <p:nvSpPr>
          <p:cNvPr id="32" name="Google Shape;32;p9"/>
          <p:cNvSpPr txBox="1"/>
          <p:nvPr>
            <p:ph type="title"/>
          </p:nvPr>
        </p:nvSpPr>
        <p:spPr>
          <a:xfrm>
            <a:off x="2194281" y="1309942"/>
            <a:ext cx="14439901" cy="5578141"/>
          </a:xfrm>
          <a:prstGeom prst="rect">
            <a:avLst/>
          </a:prstGeom>
          <a:noFill/>
          <a:ln>
            <a:noFill/>
          </a:ln>
        </p:spPr>
        <p:txBody>
          <a:bodyPr anchorCtr="0" anchor="b" bIns="199725" lIns="199725" spcFirstLastPara="1" rIns="199725" wrap="square" tIns="199725">
            <a:normAutofit/>
          </a:bodyPr>
          <a:lstStyle>
            <a:lvl1pPr lvl="0" algn="l">
              <a:lnSpc>
                <a:spcPct val="100000"/>
              </a:lnSpc>
              <a:spcBef>
                <a:spcPts val="0"/>
              </a:spcBef>
              <a:spcAft>
                <a:spcPts val="0"/>
              </a:spcAft>
              <a:buClr>
                <a:srgbClr val="464646"/>
              </a:buClr>
              <a:buSzPts val="1900"/>
              <a:buFont typeface="Arial"/>
              <a:buNone/>
              <a:defRPr b="1" sz="1900"/>
            </a:lvl1pPr>
            <a:lvl2pPr lvl="1" algn="ctr">
              <a:lnSpc>
                <a:spcPct val="100000"/>
              </a:lnSpc>
              <a:spcBef>
                <a:spcPts val="0"/>
              </a:spcBef>
              <a:spcAft>
                <a:spcPts val="0"/>
              </a:spcAft>
              <a:buClr>
                <a:srgbClr val="464646"/>
              </a:buClr>
              <a:buSzPts val="1800"/>
              <a:buNone/>
              <a:defRPr/>
            </a:lvl2pPr>
            <a:lvl3pPr lvl="2" algn="ctr">
              <a:lnSpc>
                <a:spcPct val="100000"/>
              </a:lnSpc>
              <a:spcBef>
                <a:spcPts val="0"/>
              </a:spcBef>
              <a:spcAft>
                <a:spcPts val="0"/>
              </a:spcAft>
              <a:buClr>
                <a:srgbClr val="464646"/>
              </a:buClr>
              <a:buSzPts val="1800"/>
              <a:buNone/>
              <a:defRPr/>
            </a:lvl3pPr>
            <a:lvl4pPr lvl="3" algn="ctr">
              <a:lnSpc>
                <a:spcPct val="100000"/>
              </a:lnSpc>
              <a:spcBef>
                <a:spcPts val="0"/>
              </a:spcBef>
              <a:spcAft>
                <a:spcPts val="0"/>
              </a:spcAft>
              <a:buClr>
                <a:srgbClr val="464646"/>
              </a:buClr>
              <a:buSzPts val="1800"/>
              <a:buNone/>
              <a:defRPr/>
            </a:lvl4pPr>
            <a:lvl5pPr lvl="4" algn="ctr">
              <a:lnSpc>
                <a:spcPct val="100000"/>
              </a:lnSpc>
              <a:spcBef>
                <a:spcPts val="0"/>
              </a:spcBef>
              <a:spcAft>
                <a:spcPts val="0"/>
              </a:spcAft>
              <a:buClr>
                <a:srgbClr val="464646"/>
              </a:buClr>
              <a:buSzPts val="1800"/>
              <a:buNone/>
              <a:defRPr/>
            </a:lvl5pPr>
            <a:lvl6pPr lvl="5" algn="ctr">
              <a:lnSpc>
                <a:spcPct val="100000"/>
              </a:lnSpc>
              <a:spcBef>
                <a:spcPts val="0"/>
              </a:spcBef>
              <a:spcAft>
                <a:spcPts val="0"/>
              </a:spcAft>
              <a:buClr>
                <a:srgbClr val="464646"/>
              </a:buClr>
              <a:buSzPts val="1800"/>
              <a:buNone/>
              <a:defRPr/>
            </a:lvl6pPr>
            <a:lvl7pPr lvl="6" algn="ctr">
              <a:lnSpc>
                <a:spcPct val="100000"/>
              </a:lnSpc>
              <a:spcBef>
                <a:spcPts val="0"/>
              </a:spcBef>
              <a:spcAft>
                <a:spcPts val="0"/>
              </a:spcAft>
              <a:buClr>
                <a:srgbClr val="464646"/>
              </a:buClr>
              <a:buSzPts val="1800"/>
              <a:buNone/>
              <a:defRPr/>
            </a:lvl7pPr>
            <a:lvl8pPr lvl="7" algn="ctr">
              <a:lnSpc>
                <a:spcPct val="100000"/>
              </a:lnSpc>
              <a:spcBef>
                <a:spcPts val="0"/>
              </a:spcBef>
              <a:spcAft>
                <a:spcPts val="0"/>
              </a:spcAft>
              <a:buClr>
                <a:srgbClr val="464646"/>
              </a:buClr>
              <a:buSzPts val="1800"/>
              <a:buNone/>
              <a:defRPr/>
            </a:lvl8pPr>
            <a:lvl9pPr lvl="8" algn="ctr">
              <a:lnSpc>
                <a:spcPct val="100000"/>
              </a:lnSpc>
              <a:spcBef>
                <a:spcPts val="0"/>
              </a:spcBef>
              <a:spcAft>
                <a:spcPts val="0"/>
              </a:spcAft>
              <a:buClr>
                <a:srgbClr val="464646"/>
              </a:buClr>
              <a:buSzPts val="1800"/>
              <a:buNone/>
              <a:defRPr/>
            </a:lvl9pPr>
          </a:lstStyle>
          <a:p/>
        </p:txBody>
      </p:sp>
      <p:sp>
        <p:nvSpPr>
          <p:cNvPr id="33" name="Google Shape;33;p9"/>
          <p:cNvSpPr txBox="1"/>
          <p:nvPr>
            <p:ph idx="1" type="body"/>
          </p:nvPr>
        </p:nvSpPr>
        <p:spPr>
          <a:xfrm>
            <a:off x="17160526" y="1309943"/>
            <a:ext cx="24536402" cy="28095242"/>
          </a:xfrm>
          <a:prstGeom prst="rect">
            <a:avLst/>
          </a:prstGeom>
          <a:noFill/>
          <a:ln>
            <a:noFill/>
          </a:ln>
        </p:spPr>
        <p:txBody>
          <a:bodyPr anchorCtr="0" anchor="t" bIns="199725" lIns="199725" spcFirstLastPara="1" rIns="199725" wrap="square" tIns="199725">
            <a:normAutofit/>
          </a:bodyPr>
          <a:lstStyle>
            <a:lvl1pPr indent="-419100" lvl="0" marL="457200" algn="l">
              <a:lnSpc>
                <a:spcPct val="100000"/>
              </a:lnSpc>
              <a:spcBef>
                <a:spcPts val="700"/>
              </a:spcBef>
              <a:spcAft>
                <a:spcPts val="0"/>
              </a:spcAft>
              <a:buClr>
                <a:srgbClr val="000000"/>
              </a:buClr>
              <a:buSzPts val="3000"/>
              <a:buFont typeface="Arial"/>
              <a:buChar char="•"/>
              <a:defRPr sz="3000"/>
            </a:lvl1pPr>
            <a:lvl2pPr indent="-419100" lvl="1" marL="914400" algn="l">
              <a:lnSpc>
                <a:spcPct val="100000"/>
              </a:lnSpc>
              <a:spcBef>
                <a:spcPts val="700"/>
              </a:spcBef>
              <a:spcAft>
                <a:spcPts val="0"/>
              </a:spcAft>
              <a:buClr>
                <a:srgbClr val="000000"/>
              </a:buClr>
              <a:buSzPts val="3000"/>
              <a:buFont typeface="Arial"/>
              <a:buChar char="–"/>
              <a:defRPr sz="3000"/>
            </a:lvl2pPr>
            <a:lvl3pPr indent="-419100" lvl="2" marL="1371600" algn="l">
              <a:lnSpc>
                <a:spcPct val="100000"/>
              </a:lnSpc>
              <a:spcBef>
                <a:spcPts val="700"/>
              </a:spcBef>
              <a:spcAft>
                <a:spcPts val="0"/>
              </a:spcAft>
              <a:buClr>
                <a:srgbClr val="000000"/>
              </a:buClr>
              <a:buSzPts val="3000"/>
              <a:buFont typeface="Arial"/>
              <a:buChar char="•"/>
              <a:defRPr sz="3000"/>
            </a:lvl3pPr>
            <a:lvl4pPr indent="-419100" lvl="3" marL="1828800" algn="l">
              <a:lnSpc>
                <a:spcPct val="100000"/>
              </a:lnSpc>
              <a:spcBef>
                <a:spcPts val="700"/>
              </a:spcBef>
              <a:spcAft>
                <a:spcPts val="0"/>
              </a:spcAft>
              <a:buClr>
                <a:srgbClr val="000000"/>
              </a:buClr>
              <a:buSzPts val="3000"/>
              <a:buFont typeface="Arial"/>
              <a:buChar char="–"/>
              <a:defRPr sz="3000"/>
            </a:lvl4pPr>
            <a:lvl5pPr indent="-419100" lvl="4" marL="2286000" algn="l">
              <a:lnSpc>
                <a:spcPct val="100000"/>
              </a:lnSpc>
              <a:spcBef>
                <a:spcPts val="700"/>
              </a:spcBef>
              <a:spcAft>
                <a:spcPts val="0"/>
              </a:spcAft>
              <a:buClr>
                <a:srgbClr val="000000"/>
              </a:buClr>
              <a:buSzPts val="3000"/>
              <a:buFont typeface="Arial"/>
              <a:buChar char="»"/>
              <a:defRPr sz="3000"/>
            </a:lvl5pPr>
            <a:lvl6pPr indent="-342900" lvl="5" marL="2743200" algn="l">
              <a:lnSpc>
                <a:spcPct val="100000"/>
              </a:lnSpc>
              <a:spcBef>
                <a:spcPts val="3500"/>
              </a:spcBef>
              <a:spcAft>
                <a:spcPts val="0"/>
              </a:spcAft>
              <a:buClr>
                <a:srgbClr val="000000"/>
              </a:buClr>
              <a:buSzPts val="1800"/>
              <a:buChar char="»"/>
              <a:defRPr/>
            </a:lvl6pPr>
            <a:lvl7pPr indent="-342900" lvl="6" marL="3200400" algn="l">
              <a:lnSpc>
                <a:spcPct val="100000"/>
              </a:lnSpc>
              <a:spcBef>
                <a:spcPts val="3500"/>
              </a:spcBef>
              <a:spcAft>
                <a:spcPts val="0"/>
              </a:spcAft>
              <a:buClr>
                <a:srgbClr val="000000"/>
              </a:buClr>
              <a:buSzPts val="1800"/>
              <a:buChar char="»"/>
              <a:defRPr/>
            </a:lvl7pPr>
            <a:lvl8pPr indent="-342900" lvl="7" marL="3657600" algn="l">
              <a:lnSpc>
                <a:spcPct val="100000"/>
              </a:lnSpc>
              <a:spcBef>
                <a:spcPts val="3500"/>
              </a:spcBef>
              <a:spcAft>
                <a:spcPts val="0"/>
              </a:spcAft>
              <a:buClr>
                <a:srgbClr val="000000"/>
              </a:buClr>
              <a:buSzPts val="1800"/>
              <a:buChar char="»"/>
              <a:defRPr/>
            </a:lvl8pPr>
            <a:lvl9pPr indent="-342900" lvl="8" marL="4114800" algn="l">
              <a:lnSpc>
                <a:spcPct val="100000"/>
              </a:lnSpc>
              <a:spcBef>
                <a:spcPts val="3500"/>
              </a:spcBef>
              <a:spcAft>
                <a:spcPts val="0"/>
              </a:spcAft>
              <a:buClr>
                <a:srgbClr val="000000"/>
              </a:buClr>
              <a:buSzPts val="1800"/>
              <a:buChar char="»"/>
              <a:defRPr/>
            </a:lvl9pPr>
          </a:lstStyle>
          <a:p/>
        </p:txBody>
      </p:sp>
      <p:sp>
        <p:nvSpPr>
          <p:cNvPr id="34" name="Google Shape;34;p9"/>
          <p:cNvSpPr txBox="1"/>
          <p:nvPr>
            <p:ph idx="2" type="body"/>
          </p:nvPr>
        </p:nvSpPr>
        <p:spPr>
          <a:xfrm>
            <a:off x="2194281" y="6888079"/>
            <a:ext cx="14439901" cy="22517104"/>
          </a:xfrm>
          <a:prstGeom prst="rect">
            <a:avLst/>
          </a:prstGeom>
          <a:noFill/>
          <a:ln>
            <a:noFill/>
          </a:ln>
        </p:spPr>
        <p:txBody>
          <a:bodyPr anchorCtr="0" anchor="t" bIns="199725" lIns="199725" spcFirstLastPara="1" rIns="199725" wrap="square" tIns="199725">
            <a:normAutofit/>
          </a:bodyPr>
          <a:lstStyle>
            <a:lvl1pPr indent="-342900" lvl="0" marL="457200" algn="l">
              <a:lnSpc>
                <a:spcPct val="100000"/>
              </a:lnSpc>
              <a:spcBef>
                <a:spcPts val="3500"/>
              </a:spcBef>
              <a:spcAft>
                <a:spcPts val="0"/>
              </a:spcAft>
              <a:buClr>
                <a:srgbClr val="000000"/>
              </a:buClr>
              <a:buSzPts val="1800"/>
              <a:buChar char="•"/>
              <a:defRPr/>
            </a:lvl1pPr>
            <a:lvl2pPr indent="-342900" lvl="1" marL="914400" algn="l">
              <a:lnSpc>
                <a:spcPct val="100000"/>
              </a:lnSpc>
              <a:spcBef>
                <a:spcPts val="3500"/>
              </a:spcBef>
              <a:spcAft>
                <a:spcPts val="0"/>
              </a:spcAft>
              <a:buClr>
                <a:srgbClr val="000000"/>
              </a:buClr>
              <a:buSzPts val="1800"/>
              <a:buChar char="–"/>
              <a:defRPr/>
            </a:lvl2pPr>
            <a:lvl3pPr indent="-342900" lvl="2" marL="1371600" algn="l">
              <a:lnSpc>
                <a:spcPct val="100000"/>
              </a:lnSpc>
              <a:spcBef>
                <a:spcPts val="3500"/>
              </a:spcBef>
              <a:spcAft>
                <a:spcPts val="0"/>
              </a:spcAft>
              <a:buClr>
                <a:srgbClr val="000000"/>
              </a:buClr>
              <a:buSzPts val="1800"/>
              <a:buChar char="•"/>
              <a:defRPr/>
            </a:lvl3pPr>
            <a:lvl4pPr indent="-342900" lvl="3" marL="1828800" algn="l">
              <a:lnSpc>
                <a:spcPct val="100000"/>
              </a:lnSpc>
              <a:spcBef>
                <a:spcPts val="3500"/>
              </a:spcBef>
              <a:spcAft>
                <a:spcPts val="0"/>
              </a:spcAft>
              <a:buClr>
                <a:srgbClr val="000000"/>
              </a:buClr>
              <a:buSzPts val="1800"/>
              <a:buChar char="–"/>
              <a:defRPr/>
            </a:lvl4pPr>
            <a:lvl5pPr indent="-342900" lvl="4" marL="2286000" algn="l">
              <a:lnSpc>
                <a:spcPct val="100000"/>
              </a:lnSpc>
              <a:spcBef>
                <a:spcPts val="3500"/>
              </a:spcBef>
              <a:spcAft>
                <a:spcPts val="0"/>
              </a:spcAft>
              <a:buClr>
                <a:srgbClr val="000000"/>
              </a:buClr>
              <a:buSzPts val="1800"/>
              <a:buChar char="»"/>
              <a:defRPr/>
            </a:lvl5pPr>
            <a:lvl6pPr indent="-342900" lvl="5" marL="2743200" algn="l">
              <a:lnSpc>
                <a:spcPct val="100000"/>
              </a:lnSpc>
              <a:spcBef>
                <a:spcPts val="3500"/>
              </a:spcBef>
              <a:spcAft>
                <a:spcPts val="0"/>
              </a:spcAft>
              <a:buClr>
                <a:srgbClr val="000000"/>
              </a:buClr>
              <a:buSzPts val="1800"/>
              <a:buChar char="»"/>
              <a:defRPr/>
            </a:lvl6pPr>
            <a:lvl7pPr indent="-342900" lvl="6" marL="3200400" algn="l">
              <a:lnSpc>
                <a:spcPct val="100000"/>
              </a:lnSpc>
              <a:spcBef>
                <a:spcPts val="3500"/>
              </a:spcBef>
              <a:spcAft>
                <a:spcPts val="0"/>
              </a:spcAft>
              <a:buClr>
                <a:srgbClr val="000000"/>
              </a:buClr>
              <a:buSzPts val="1800"/>
              <a:buChar char="»"/>
              <a:defRPr/>
            </a:lvl7pPr>
            <a:lvl8pPr indent="-342900" lvl="7" marL="3657600" algn="l">
              <a:lnSpc>
                <a:spcPct val="100000"/>
              </a:lnSpc>
              <a:spcBef>
                <a:spcPts val="3500"/>
              </a:spcBef>
              <a:spcAft>
                <a:spcPts val="0"/>
              </a:spcAft>
              <a:buClr>
                <a:srgbClr val="000000"/>
              </a:buClr>
              <a:buSzPts val="1800"/>
              <a:buChar char="»"/>
              <a:defRPr/>
            </a:lvl8pPr>
            <a:lvl9pPr indent="-342900" lvl="8" marL="4114800" algn="l">
              <a:lnSpc>
                <a:spcPct val="100000"/>
              </a:lnSpc>
              <a:spcBef>
                <a:spcPts val="3500"/>
              </a:spcBef>
              <a:spcAft>
                <a:spcPts val="0"/>
              </a:spcAft>
              <a:buClr>
                <a:srgbClr val="000000"/>
              </a:buClr>
              <a:buSzPts val="1800"/>
              <a:buChar char="»"/>
              <a:defRPr/>
            </a:lvl9pPr>
          </a:lstStyle>
          <a:p/>
        </p:txBody>
      </p:sp>
      <p:sp>
        <p:nvSpPr>
          <p:cNvPr id="35" name="Google Shape;35;p9"/>
          <p:cNvSpPr txBox="1"/>
          <p:nvPr>
            <p:ph idx="12" type="sldNum"/>
          </p:nvPr>
        </p:nvSpPr>
        <p:spPr>
          <a:xfrm>
            <a:off x="39375527" y="29992724"/>
            <a:ext cx="1224963" cy="1304735"/>
          </a:xfrm>
          <a:prstGeom prst="rect">
            <a:avLst/>
          </a:prstGeom>
          <a:noFill/>
          <a:ln>
            <a:noFill/>
          </a:ln>
        </p:spPr>
        <p:txBody>
          <a:bodyPr anchorCtr="0" anchor="t" bIns="199725" lIns="199725" spcFirstLastPara="1" rIns="199725" wrap="square" tIns="199725">
            <a:spAutoFit/>
          </a:bodyPr>
          <a:lstStyle>
            <a:lvl1pPr indent="0" lvl="0"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36" name="Shape 36"/>
        <p:cNvGrpSpPr/>
        <p:nvPr/>
      </p:nvGrpSpPr>
      <p:grpSpPr>
        <a:xfrm>
          <a:off x="0" y="0"/>
          <a:ext cx="0" cy="0"/>
          <a:chOff x="0" y="0"/>
          <a:chExt cx="0" cy="0"/>
        </a:xfrm>
      </p:grpSpPr>
      <p:sp>
        <p:nvSpPr>
          <p:cNvPr id="37" name="Google Shape;37;p10"/>
          <p:cNvSpPr txBox="1"/>
          <p:nvPr>
            <p:ph type="title"/>
          </p:nvPr>
        </p:nvSpPr>
        <p:spPr>
          <a:xfrm>
            <a:off x="8603546" y="23043483"/>
            <a:ext cx="26334158" cy="2719138"/>
          </a:xfrm>
          <a:prstGeom prst="rect">
            <a:avLst/>
          </a:prstGeom>
          <a:noFill/>
          <a:ln>
            <a:noFill/>
          </a:ln>
        </p:spPr>
        <p:txBody>
          <a:bodyPr anchorCtr="0" anchor="b" bIns="199725" lIns="199725" spcFirstLastPara="1" rIns="199725" wrap="square" tIns="199725">
            <a:normAutofit/>
          </a:bodyPr>
          <a:lstStyle>
            <a:lvl1pPr lvl="0" algn="l">
              <a:lnSpc>
                <a:spcPct val="100000"/>
              </a:lnSpc>
              <a:spcBef>
                <a:spcPts val="0"/>
              </a:spcBef>
              <a:spcAft>
                <a:spcPts val="0"/>
              </a:spcAft>
              <a:buClr>
                <a:srgbClr val="464646"/>
              </a:buClr>
              <a:buSzPts val="1900"/>
              <a:buFont typeface="Arial"/>
              <a:buNone/>
              <a:defRPr b="1" sz="1900"/>
            </a:lvl1pPr>
            <a:lvl2pPr lvl="1" algn="ctr">
              <a:lnSpc>
                <a:spcPct val="100000"/>
              </a:lnSpc>
              <a:spcBef>
                <a:spcPts val="0"/>
              </a:spcBef>
              <a:spcAft>
                <a:spcPts val="0"/>
              </a:spcAft>
              <a:buClr>
                <a:srgbClr val="464646"/>
              </a:buClr>
              <a:buSzPts val="1800"/>
              <a:buNone/>
              <a:defRPr/>
            </a:lvl2pPr>
            <a:lvl3pPr lvl="2" algn="ctr">
              <a:lnSpc>
                <a:spcPct val="100000"/>
              </a:lnSpc>
              <a:spcBef>
                <a:spcPts val="0"/>
              </a:spcBef>
              <a:spcAft>
                <a:spcPts val="0"/>
              </a:spcAft>
              <a:buClr>
                <a:srgbClr val="464646"/>
              </a:buClr>
              <a:buSzPts val="1800"/>
              <a:buNone/>
              <a:defRPr/>
            </a:lvl3pPr>
            <a:lvl4pPr lvl="3" algn="ctr">
              <a:lnSpc>
                <a:spcPct val="100000"/>
              </a:lnSpc>
              <a:spcBef>
                <a:spcPts val="0"/>
              </a:spcBef>
              <a:spcAft>
                <a:spcPts val="0"/>
              </a:spcAft>
              <a:buClr>
                <a:srgbClr val="464646"/>
              </a:buClr>
              <a:buSzPts val="1800"/>
              <a:buNone/>
              <a:defRPr/>
            </a:lvl4pPr>
            <a:lvl5pPr lvl="4" algn="ctr">
              <a:lnSpc>
                <a:spcPct val="100000"/>
              </a:lnSpc>
              <a:spcBef>
                <a:spcPts val="0"/>
              </a:spcBef>
              <a:spcAft>
                <a:spcPts val="0"/>
              </a:spcAft>
              <a:buClr>
                <a:srgbClr val="464646"/>
              </a:buClr>
              <a:buSzPts val="1800"/>
              <a:buNone/>
              <a:defRPr/>
            </a:lvl5pPr>
            <a:lvl6pPr lvl="5" algn="ctr">
              <a:lnSpc>
                <a:spcPct val="100000"/>
              </a:lnSpc>
              <a:spcBef>
                <a:spcPts val="0"/>
              </a:spcBef>
              <a:spcAft>
                <a:spcPts val="0"/>
              </a:spcAft>
              <a:buClr>
                <a:srgbClr val="464646"/>
              </a:buClr>
              <a:buSzPts val="1800"/>
              <a:buNone/>
              <a:defRPr/>
            </a:lvl6pPr>
            <a:lvl7pPr lvl="6" algn="ctr">
              <a:lnSpc>
                <a:spcPct val="100000"/>
              </a:lnSpc>
              <a:spcBef>
                <a:spcPts val="0"/>
              </a:spcBef>
              <a:spcAft>
                <a:spcPts val="0"/>
              </a:spcAft>
              <a:buClr>
                <a:srgbClr val="464646"/>
              </a:buClr>
              <a:buSzPts val="1800"/>
              <a:buNone/>
              <a:defRPr/>
            </a:lvl7pPr>
            <a:lvl8pPr lvl="7" algn="ctr">
              <a:lnSpc>
                <a:spcPct val="100000"/>
              </a:lnSpc>
              <a:spcBef>
                <a:spcPts val="0"/>
              </a:spcBef>
              <a:spcAft>
                <a:spcPts val="0"/>
              </a:spcAft>
              <a:buClr>
                <a:srgbClr val="464646"/>
              </a:buClr>
              <a:buSzPts val="1800"/>
              <a:buNone/>
              <a:defRPr/>
            </a:lvl8pPr>
            <a:lvl9pPr lvl="8" algn="ctr">
              <a:lnSpc>
                <a:spcPct val="100000"/>
              </a:lnSpc>
              <a:spcBef>
                <a:spcPts val="0"/>
              </a:spcBef>
              <a:spcAft>
                <a:spcPts val="0"/>
              </a:spcAft>
              <a:buClr>
                <a:srgbClr val="464646"/>
              </a:buClr>
              <a:buSzPts val="1800"/>
              <a:buNone/>
              <a:defRPr/>
            </a:lvl9pPr>
          </a:lstStyle>
          <a:p/>
        </p:txBody>
      </p:sp>
      <p:sp>
        <p:nvSpPr>
          <p:cNvPr id="38" name="Google Shape;38;p10"/>
          <p:cNvSpPr/>
          <p:nvPr>
            <p:ph idx="2" type="pic"/>
          </p:nvPr>
        </p:nvSpPr>
        <p:spPr>
          <a:xfrm>
            <a:off x="8603546" y="2941721"/>
            <a:ext cx="26334158" cy="19751342"/>
          </a:xfrm>
          <a:prstGeom prst="rect">
            <a:avLst/>
          </a:prstGeom>
          <a:noFill/>
          <a:ln>
            <a:noFill/>
          </a:ln>
        </p:spPr>
      </p:sp>
      <p:sp>
        <p:nvSpPr>
          <p:cNvPr id="39" name="Google Shape;39;p10"/>
          <p:cNvSpPr txBox="1"/>
          <p:nvPr>
            <p:ph idx="1" type="body"/>
          </p:nvPr>
        </p:nvSpPr>
        <p:spPr>
          <a:xfrm>
            <a:off x="8603546" y="25762619"/>
            <a:ext cx="26334158" cy="3863643"/>
          </a:xfrm>
          <a:prstGeom prst="rect">
            <a:avLst/>
          </a:prstGeom>
          <a:noFill/>
          <a:ln>
            <a:noFill/>
          </a:ln>
        </p:spPr>
        <p:txBody>
          <a:bodyPr anchorCtr="0" anchor="t" bIns="199725" lIns="199725" spcFirstLastPara="1" rIns="199725" wrap="square" tIns="199725">
            <a:normAutofit/>
          </a:bodyPr>
          <a:lstStyle>
            <a:lvl1pPr indent="-228600" lvl="0" marL="457200" algn="l">
              <a:lnSpc>
                <a:spcPct val="100000"/>
              </a:lnSpc>
              <a:spcBef>
                <a:spcPts val="300"/>
              </a:spcBef>
              <a:spcAft>
                <a:spcPts val="0"/>
              </a:spcAft>
              <a:buClr>
                <a:srgbClr val="000000"/>
              </a:buClr>
              <a:buSzPts val="1300"/>
              <a:buFont typeface="Arial"/>
              <a:buNone/>
              <a:defRPr sz="1300"/>
            </a:lvl1pPr>
            <a:lvl2pPr indent="-228600" lvl="1" marL="914400" algn="l">
              <a:lnSpc>
                <a:spcPct val="100000"/>
              </a:lnSpc>
              <a:spcBef>
                <a:spcPts val="300"/>
              </a:spcBef>
              <a:spcAft>
                <a:spcPts val="0"/>
              </a:spcAft>
              <a:buClr>
                <a:srgbClr val="000000"/>
              </a:buClr>
              <a:buSzPts val="1300"/>
              <a:buFont typeface="Arial"/>
              <a:buNone/>
              <a:defRPr sz="1300"/>
            </a:lvl2pPr>
            <a:lvl3pPr indent="-228600" lvl="2" marL="1371600" algn="l">
              <a:lnSpc>
                <a:spcPct val="100000"/>
              </a:lnSpc>
              <a:spcBef>
                <a:spcPts val="300"/>
              </a:spcBef>
              <a:spcAft>
                <a:spcPts val="0"/>
              </a:spcAft>
              <a:buClr>
                <a:srgbClr val="000000"/>
              </a:buClr>
              <a:buSzPts val="1300"/>
              <a:buFont typeface="Arial"/>
              <a:buNone/>
              <a:defRPr sz="1300"/>
            </a:lvl3pPr>
            <a:lvl4pPr indent="-228600" lvl="3" marL="1828800" algn="l">
              <a:lnSpc>
                <a:spcPct val="100000"/>
              </a:lnSpc>
              <a:spcBef>
                <a:spcPts val="300"/>
              </a:spcBef>
              <a:spcAft>
                <a:spcPts val="0"/>
              </a:spcAft>
              <a:buClr>
                <a:srgbClr val="000000"/>
              </a:buClr>
              <a:buSzPts val="1300"/>
              <a:buFont typeface="Arial"/>
              <a:buNone/>
              <a:defRPr sz="1300"/>
            </a:lvl4pPr>
            <a:lvl5pPr indent="-228600" lvl="4" marL="2286000" algn="l">
              <a:lnSpc>
                <a:spcPct val="100000"/>
              </a:lnSpc>
              <a:spcBef>
                <a:spcPts val="300"/>
              </a:spcBef>
              <a:spcAft>
                <a:spcPts val="0"/>
              </a:spcAft>
              <a:buClr>
                <a:srgbClr val="000000"/>
              </a:buClr>
              <a:buSzPts val="1300"/>
              <a:buFont typeface="Arial"/>
              <a:buNone/>
              <a:defRPr sz="1300"/>
            </a:lvl5pPr>
            <a:lvl6pPr indent="-342900" lvl="5" marL="2743200" algn="l">
              <a:lnSpc>
                <a:spcPct val="100000"/>
              </a:lnSpc>
              <a:spcBef>
                <a:spcPts val="3500"/>
              </a:spcBef>
              <a:spcAft>
                <a:spcPts val="0"/>
              </a:spcAft>
              <a:buClr>
                <a:srgbClr val="000000"/>
              </a:buClr>
              <a:buSzPts val="1800"/>
              <a:buChar char="»"/>
              <a:defRPr/>
            </a:lvl6pPr>
            <a:lvl7pPr indent="-342900" lvl="6" marL="3200400" algn="l">
              <a:lnSpc>
                <a:spcPct val="100000"/>
              </a:lnSpc>
              <a:spcBef>
                <a:spcPts val="3500"/>
              </a:spcBef>
              <a:spcAft>
                <a:spcPts val="0"/>
              </a:spcAft>
              <a:buClr>
                <a:srgbClr val="000000"/>
              </a:buClr>
              <a:buSzPts val="1800"/>
              <a:buChar char="»"/>
              <a:defRPr/>
            </a:lvl7pPr>
            <a:lvl8pPr indent="-342900" lvl="7" marL="3657600" algn="l">
              <a:lnSpc>
                <a:spcPct val="100000"/>
              </a:lnSpc>
              <a:spcBef>
                <a:spcPts val="3500"/>
              </a:spcBef>
              <a:spcAft>
                <a:spcPts val="0"/>
              </a:spcAft>
              <a:buClr>
                <a:srgbClr val="000000"/>
              </a:buClr>
              <a:buSzPts val="1800"/>
              <a:buChar char="»"/>
              <a:defRPr/>
            </a:lvl8pPr>
            <a:lvl9pPr indent="-342900" lvl="8" marL="4114800" algn="l">
              <a:lnSpc>
                <a:spcPct val="100000"/>
              </a:lnSpc>
              <a:spcBef>
                <a:spcPts val="3500"/>
              </a:spcBef>
              <a:spcAft>
                <a:spcPts val="0"/>
              </a:spcAft>
              <a:buClr>
                <a:srgbClr val="000000"/>
              </a:buClr>
              <a:buSzPts val="1800"/>
              <a:buChar char="»"/>
              <a:defRPr/>
            </a:lvl9pPr>
          </a:lstStyle>
          <a:p/>
        </p:txBody>
      </p:sp>
      <p:sp>
        <p:nvSpPr>
          <p:cNvPr id="40" name="Google Shape;40;p10"/>
          <p:cNvSpPr txBox="1"/>
          <p:nvPr>
            <p:ph idx="12" type="sldNum"/>
          </p:nvPr>
        </p:nvSpPr>
        <p:spPr>
          <a:xfrm>
            <a:off x="39375527" y="29992724"/>
            <a:ext cx="1224963" cy="1304735"/>
          </a:xfrm>
          <a:prstGeom prst="rect">
            <a:avLst/>
          </a:prstGeom>
          <a:noFill/>
          <a:ln>
            <a:noFill/>
          </a:ln>
        </p:spPr>
        <p:txBody>
          <a:bodyPr anchorCtr="0" anchor="t" bIns="199725" lIns="199725" spcFirstLastPara="1" rIns="199725" wrap="square" tIns="199725">
            <a:spAutoFit/>
          </a:bodyPr>
          <a:lstStyle>
            <a:lvl1pPr indent="0" lvl="0"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6400"/>
              <a:buFont typeface="Times New Roman"/>
              <a:buNone/>
              <a:defRPr sz="64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70C0"/>
            </a:gs>
            <a:gs pos="38000">
              <a:srgbClr val="0070C0"/>
            </a:gs>
            <a:gs pos="64999">
              <a:schemeClr val="accent1"/>
            </a:gs>
            <a:gs pos="100000">
              <a:schemeClr val="accent1"/>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290711" y="2925679"/>
            <a:ext cx="37309780" cy="5486401"/>
          </a:xfrm>
          <a:prstGeom prst="rect">
            <a:avLst/>
          </a:prstGeom>
          <a:noFill/>
          <a:ln>
            <a:noFill/>
          </a:ln>
        </p:spPr>
        <p:txBody>
          <a:bodyPr anchorCtr="0" anchor="ctr" bIns="199725" lIns="199725" spcFirstLastPara="1" rIns="199725" wrap="square" tIns="199725">
            <a:normAutofit/>
          </a:bodyPr>
          <a:lstStyle>
            <a:lvl1pPr lvl="0" marR="0" rtl="0" algn="ctr">
              <a:lnSpc>
                <a:spcPct val="100000"/>
              </a:lnSpc>
              <a:spcBef>
                <a:spcPts val="0"/>
              </a:spcBef>
              <a:spcAft>
                <a:spcPts val="0"/>
              </a:spcAft>
              <a:buClr>
                <a:srgbClr val="464646"/>
              </a:buClr>
              <a:buSzPts val="20300"/>
              <a:buFont typeface="Arial"/>
              <a:buNone/>
              <a:defRPr b="0" i="0" sz="20300" u="none" cap="none" strike="noStrike">
                <a:solidFill>
                  <a:srgbClr val="464646"/>
                </a:solidFill>
                <a:latin typeface="Arial"/>
                <a:ea typeface="Arial"/>
                <a:cs typeface="Arial"/>
                <a:sym typeface="Arial"/>
              </a:defRPr>
            </a:lvl1pPr>
            <a:lvl2pPr lvl="1" marR="0" rtl="0" algn="ctr">
              <a:lnSpc>
                <a:spcPct val="100000"/>
              </a:lnSpc>
              <a:spcBef>
                <a:spcPts val="0"/>
              </a:spcBef>
              <a:spcAft>
                <a:spcPts val="0"/>
              </a:spcAft>
              <a:buClr>
                <a:srgbClr val="464646"/>
              </a:buClr>
              <a:buSzPts val="20300"/>
              <a:buFont typeface="Arial"/>
              <a:buNone/>
              <a:defRPr b="0" i="0" sz="20300" u="none" cap="none" strike="noStrike">
                <a:solidFill>
                  <a:srgbClr val="464646"/>
                </a:solidFill>
                <a:latin typeface="Arial"/>
                <a:ea typeface="Arial"/>
                <a:cs typeface="Arial"/>
                <a:sym typeface="Arial"/>
              </a:defRPr>
            </a:lvl2pPr>
            <a:lvl3pPr lvl="2" marR="0" rtl="0" algn="ctr">
              <a:lnSpc>
                <a:spcPct val="100000"/>
              </a:lnSpc>
              <a:spcBef>
                <a:spcPts val="0"/>
              </a:spcBef>
              <a:spcAft>
                <a:spcPts val="0"/>
              </a:spcAft>
              <a:buClr>
                <a:srgbClr val="464646"/>
              </a:buClr>
              <a:buSzPts val="20300"/>
              <a:buFont typeface="Arial"/>
              <a:buNone/>
              <a:defRPr b="0" i="0" sz="20300" u="none" cap="none" strike="noStrike">
                <a:solidFill>
                  <a:srgbClr val="464646"/>
                </a:solidFill>
                <a:latin typeface="Arial"/>
                <a:ea typeface="Arial"/>
                <a:cs typeface="Arial"/>
                <a:sym typeface="Arial"/>
              </a:defRPr>
            </a:lvl3pPr>
            <a:lvl4pPr lvl="3" marR="0" rtl="0" algn="ctr">
              <a:lnSpc>
                <a:spcPct val="100000"/>
              </a:lnSpc>
              <a:spcBef>
                <a:spcPts val="0"/>
              </a:spcBef>
              <a:spcAft>
                <a:spcPts val="0"/>
              </a:spcAft>
              <a:buClr>
                <a:srgbClr val="464646"/>
              </a:buClr>
              <a:buSzPts val="20300"/>
              <a:buFont typeface="Arial"/>
              <a:buNone/>
              <a:defRPr b="0" i="0" sz="20300" u="none" cap="none" strike="noStrike">
                <a:solidFill>
                  <a:srgbClr val="464646"/>
                </a:solidFill>
                <a:latin typeface="Arial"/>
                <a:ea typeface="Arial"/>
                <a:cs typeface="Arial"/>
                <a:sym typeface="Arial"/>
              </a:defRPr>
            </a:lvl4pPr>
            <a:lvl5pPr lvl="4" marR="0" rtl="0" algn="ctr">
              <a:lnSpc>
                <a:spcPct val="100000"/>
              </a:lnSpc>
              <a:spcBef>
                <a:spcPts val="0"/>
              </a:spcBef>
              <a:spcAft>
                <a:spcPts val="0"/>
              </a:spcAft>
              <a:buClr>
                <a:srgbClr val="464646"/>
              </a:buClr>
              <a:buSzPts val="20300"/>
              <a:buFont typeface="Arial"/>
              <a:buNone/>
              <a:defRPr b="0" i="0" sz="20300" u="none" cap="none" strike="noStrike">
                <a:solidFill>
                  <a:srgbClr val="464646"/>
                </a:solidFill>
                <a:latin typeface="Arial"/>
                <a:ea typeface="Arial"/>
                <a:cs typeface="Arial"/>
                <a:sym typeface="Arial"/>
              </a:defRPr>
            </a:lvl5pPr>
            <a:lvl6pPr lvl="5" marR="0" rtl="0" algn="ctr">
              <a:lnSpc>
                <a:spcPct val="100000"/>
              </a:lnSpc>
              <a:spcBef>
                <a:spcPts val="0"/>
              </a:spcBef>
              <a:spcAft>
                <a:spcPts val="0"/>
              </a:spcAft>
              <a:buClr>
                <a:srgbClr val="464646"/>
              </a:buClr>
              <a:buSzPts val="20300"/>
              <a:buFont typeface="Arial"/>
              <a:buNone/>
              <a:defRPr b="0" i="0" sz="20300" u="none" cap="none" strike="noStrike">
                <a:solidFill>
                  <a:srgbClr val="464646"/>
                </a:solidFill>
                <a:latin typeface="Arial"/>
                <a:ea typeface="Arial"/>
                <a:cs typeface="Arial"/>
                <a:sym typeface="Arial"/>
              </a:defRPr>
            </a:lvl6pPr>
            <a:lvl7pPr lvl="6" marR="0" rtl="0" algn="ctr">
              <a:lnSpc>
                <a:spcPct val="100000"/>
              </a:lnSpc>
              <a:spcBef>
                <a:spcPts val="0"/>
              </a:spcBef>
              <a:spcAft>
                <a:spcPts val="0"/>
              </a:spcAft>
              <a:buClr>
                <a:srgbClr val="464646"/>
              </a:buClr>
              <a:buSzPts val="20300"/>
              <a:buFont typeface="Arial"/>
              <a:buNone/>
              <a:defRPr b="0" i="0" sz="20300" u="none" cap="none" strike="noStrike">
                <a:solidFill>
                  <a:srgbClr val="464646"/>
                </a:solidFill>
                <a:latin typeface="Arial"/>
                <a:ea typeface="Arial"/>
                <a:cs typeface="Arial"/>
                <a:sym typeface="Arial"/>
              </a:defRPr>
            </a:lvl7pPr>
            <a:lvl8pPr lvl="7" marR="0" rtl="0" algn="ctr">
              <a:lnSpc>
                <a:spcPct val="100000"/>
              </a:lnSpc>
              <a:spcBef>
                <a:spcPts val="0"/>
              </a:spcBef>
              <a:spcAft>
                <a:spcPts val="0"/>
              </a:spcAft>
              <a:buClr>
                <a:srgbClr val="464646"/>
              </a:buClr>
              <a:buSzPts val="20300"/>
              <a:buFont typeface="Arial"/>
              <a:buNone/>
              <a:defRPr b="0" i="0" sz="20300" u="none" cap="none" strike="noStrike">
                <a:solidFill>
                  <a:srgbClr val="464646"/>
                </a:solidFill>
                <a:latin typeface="Arial"/>
                <a:ea typeface="Arial"/>
                <a:cs typeface="Arial"/>
                <a:sym typeface="Arial"/>
              </a:defRPr>
            </a:lvl8pPr>
            <a:lvl9pPr lvl="8" marR="0" rtl="0" algn="ctr">
              <a:lnSpc>
                <a:spcPct val="100000"/>
              </a:lnSpc>
              <a:spcBef>
                <a:spcPts val="0"/>
              </a:spcBef>
              <a:spcAft>
                <a:spcPts val="0"/>
              </a:spcAft>
              <a:buClr>
                <a:srgbClr val="464646"/>
              </a:buClr>
              <a:buSzPts val="20300"/>
              <a:buFont typeface="Arial"/>
              <a:buNone/>
              <a:defRPr b="0" i="0" sz="20300" u="none" cap="none" strike="noStrike">
                <a:solidFill>
                  <a:srgbClr val="464646"/>
                </a:solidFill>
                <a:latin typeface="Arial"/>
                <a:ea typeface="Arial"/>
                <a:cs typeface="Arial"/>
                <a:sym typeface="Arial"/>
              </a:defRPr>
            </a:lvl9pPr>
          </a:lstStyle>
          <a:p/>
        </p:txBody>
      </p:sp>
      <p:sp>
        <p:nvSpPr>
          <p:cNvPr id="7" name="Google Shape;7;p2"/>
          <p:cNvSpPr txBox="1"/>
          <p:nvPr>
            <p:ph idx="1" type="body"/>
          </p:nvPr>
        </p:nvSpPr>
        <p:spPr>
          <a:xfrm>
            <a:off x="3290711" y="9508959"/>
            <a:ext cx="37309780" cy="19751843"/>
          </a:xfrm>
          <a:prstGeom prst="rect">
            <a:avLst/>
          </a:prstGeom>
          <a:noFill/>
          <a:ln>
            <a:noFill/>
          </a:ln>
        </p:spPr>
        <p:txBody>
          <a:bodyPr anchorCtr="0" anchor="t" bIns="199725" lIns="199725" spcFirstLastPara="1" rIns="199725" wrap="square" tIns="199725">
            <a:normAutofit/>
          </a:bodyPr>
          <a:lstStyle>
            <a:lvl1pPr indent="-1174750" lvl="0" marL="457200" marR="0" rtl="0" algn="l">
              <a:lnSpc>
                <a:spcPct val="100000"/>
              </a:lnSpc>
              <a:spcBef>
                <a:spcPts val="3500"/>
              </a:spcBef>
              <a:spcAft>
                <a:spcPts val="0"/>
              </a:spcAft>
              <a:buClr>
                <a:srgbClr val="000000"/>
              </a:buClr>
              <a:buSzPts val="14900"/>
              <a:buFont typeface="Arial"/>
              <a:buChar char="•"/>
              <a:defRPr b="0" i="0" sz="14900" u="none" cap="none" strike="noStrike">
                <a:solidFill>
                  <a:srgbClr val="000000"/>
                </a:solidFill>
                <a:latin typeface="Arial"/>
                <a:ea typeface="Arial"/>
                <a:cs typeface="Arial"/>
                <a:sym typeface="Arial"/>
              </a:defRPr>
            </a:lvl1pPr>
            <a:lvl2pPr indent="-1174750" lvl="1" marL="914400" marR="0" rtl="0" algn="l">
              <a:lnSpc>
                <a:spcPct val="100000"/>
              </a:lnSpc>
              <a:spcBef>
                <a:spcPts val="3500"/>
              </a:spcBef>
              <a:spcAft>
                <a:spcPts val="0"/>
              </a:spcAft>
              <a:buClr>
                <a:srgbClr val="000000"/>
              </a:buClr>
              <a:buSzPts val="14900"/>
              <a:buFont typeface="Arial"/>
              <a:buChar char="–"/>
              <a:defRPr b="0" i="0" sz="14900" u="none" cap="none" strike="noStrike">
                <a:solidFill>
                  <a:srgbClr val="000000"/>
                </a:solidFill>
                <a:latin typeface="Arial"/>
                <a:ea typeface="Arial"/>
                <a:cs typeface="Arial"/>
                <a:sym typeface="Arial"/>
              </a:defRPr>
            </a:lvl2pPr>
            <a:lvl3pPr indent="-1174750" lvl="2" marL="1371600" marR="0" rtl="0" algn="l">
              <a:lnSpc>
                <a:spcPct val="100000"/>
              </a:lnSpc>
              <a:spcBef>
                <a:spcPts val="3500"/>
              </a:spcBef>
              <a:spcAft>
                <a:spcPts val="0"/>
              </a:spcAft>
              <a:buClr>
                <a:srgbClr val="000000"/>
              </a:buClr>
              <a:buSzPts val="14900"/>
              <a:buFont typeface="Arial"/>
              <a:buChar char="•"/>
              <a:defRPr b="0" i="0" sz="14900" u="none" cap="none" strike="noStrike">
                <a:solidFill>
                  <a:srgbClr val="000000"/>
                </a:solidFill>
                <a:latin typeface="Arial"/>
                <a:ea typeface="Arial"/>
                <a:cs typeface="Arial"/>
                <a:sym typeface="Arial"/>
              </a:defRPr>
            </a:lvl3pPr>
            <a:lvl4pPr indent="-1174750" lvl="3" marL="1828800" marR="0" rtl="0" algn="l">
              <a:lnSpc>
                <a:spcPct val="100000"/>
              </a:lnSpc>
              <a:spcBef>
                <a:spcPts val="3500"/>
              </a:spcBef>
              <a:spcAft>
                <a:spcPts val="0"/>
              </a:spcAft>
              <a:buClr>
                <a:srgbClr val="000000"/>
              </a:buClr>
              <a:buSzPts val="14900"/>
              <a:buFont typeface="Arial"/>
              <a:buChar char="–"/>
              <a:defRPr b="0" i="0" sz="14900" u="none" cap="none" strike="noStrike">
                <a:solidFill>
                  <a:srgbClr val="000000"/>
                </a:solidFill>
                <a:latin typeface="Arial"/>
                <a:ea typeface="Arial"/>
                <a:cs typeface="Arial"/>
                <a:sym typeface="Arial"/>
              </a:defRPr>
            </a:lvl4pPr>
            <a:lvl5pPr indent="-1174750" lvl="4" marL="2286000" marR="0" rtl="0" algn="l">
              <a:lnSpc>
                <a:spcPct val="100000"/>
              </a:lnSpc>
              <a:spcBef>
                <a:spcPts val="3500"/>
              </a:spcBef>
              <a:spcAft>
                <a:spcPts val="0"/>
              </a:spcAft>
              <a:buClr>
                <a:srgbClr val="000000"/>
              </a:buClr>
              <a:buSzPts val="14900"/>
              <a:buFont typeface="Arial"/>
              <a:buChar char="»"/>
              <a:defRPr b="0" i="0" sz="14900" u="none" cap="none" strike="noStrike">
                <a:solidFill>
                  <a:srgbClr val="000000"/>
                </a:solidFill>
                <a:latin typeface="Arial"/>
                <a:ea typeface="Arial"/>
                <a:cs typeface="Arial"/>
                <a:sym typeface="Arial"/>
              </a:defRPr>
            </a:lvl5pPr>
            <a:lvl6pPr indent="-1174750" lvl="5" marL="2743200" marR="0" rtl="0" algn="l">
              <a:lnSpc>
                <a:spcPct val="100000"/>
              </a:lnSpc>
              <a:spcBef>
                <a:spcPts val="3500"/>
              </a:spcBef>
              <a:spcAft>
                <a:spcPts val="0"/>
              </a:spcAft>
              <a:buClr>
                <a:srgbClr val="000000"/>
              </a:buClr>
              <a:buSzPts val="14900"/>
              <a:buFont typeface="Arial"/>
              <a:buChar char="»"/>
              <a:defRPr b="0" i="0" sz="14900" u="none" cap="none" strike="noStrike">
                <a:solidFill>
                  <a:srgbClr val="000000"/>
                </a:solidFill>
                <a:latin typeface="Arial"/>
                <a:ea typeface="Arial"/>
                <a:cs typeface="Arial"/>
                <a:sym typeface="Arial"/>
              </a:defRPr>
            </a:lvl6pPr>
            <a:lvl7pPr indent="-1174750" lvl="6" marL="3200400" marR="0" rtl="0" algn="l">
              <a:lnSpc>
                <a:spcPct val="100000"/>
              </a:lnSpc>
              <a:spcBef>
                <a:spcPts val="3500"/>
              </a:spcBef>
              <a:spcAft>
                <a:spcPts val="0"/>
              </a:spcAft>
              <a:buClr>
                <a:srgbClr val="000000"/>
              </a:buClr>
              <a:buSzPts val="14900"/>
              <a:buFont typeface="Arial"/>
              <a:buChar char="»"/>
              <a:defRPr b="0" i="0" sz="14900" u="none" cap="none" strike="noStrike">
                <a:solidFill>
                  <a:srgbClr val="000000"/>
                </a:solidFill>
                <a:latin typeface="Arial"/>
                <a:ea typeface="Arial"/>
                <a:cs typeface="Arial"/>
                <a:sym typeface="Arial"/>
              </a:defRPr>
            </a:lvl7pPr>
            <a:lvl8pPr indent="-1174750" lvl="7" marL="3657600" marR="0" rtl="0" algn="l">
              <a:lnSpc>
                <a:spcPct val="100000"/>
              </a:lnSpc>
              <a:spcBef>
                <a:spcPts val="3500"/>
              </a:spcBef>
              <a:spcAft>
                <a:spcPts val="0"/>
              </a:spcAft>
              <a:buClr>
                <a:srgbClr val="000000"/>
              </a:buClr>
              <a:buSzPts val="14900"/>
              <a:buFont typeface="Arial"/>
              <a:buChar char="»"/>
              <a:defRPr b="0" i="0" sz="14900" u="none" cap="none" strike="noStrike">
                <a:solidFill>
                  <a:srgbClr val="000000"/>
                </a:solidFill>
                <a:latin typeface="Arial"/>
                <a:ea typeface="Arial"/>
                <a:cs typeface="Arial"/>
                <a:sym typeface="Arial"/>
              </a:defRPr>
            </a:lvl8pPr>
            <a:lvl9pPr indent="-1174750" lvl="8" marL="4114800" marR="0" rtl="0" algn="l">
              <a:lnSpc>
                <a:spcPct val="100000"/>
              </a:lnSpc>
              <a:spcBef>
                <a:spcPts val="3500"/>
              </a:spcBef>
              <a:spcAft>
                <a:spcPts val="0"/>
              </a:spcAft>
              <a:buClr>
                <a:srgbClr val="000000"/>
              </a:buClr>
              <a:buSzPts val="14900"/>
              <a:buFont typeface="Arial"/>
              <a:buChar char="»"/>
              <a:defRPr b="0" i="0" sz="14900" u="none" cap="none" strike="noStrike">
                <a:solidFill>
                  <a:srgbClr val="000000"/>
                </a:solidFill>
                <a:latin typeface="Arial"/>
                <a:ea typeface="Arial"/>
                <a:cs typeface="Arial"/>
                <a:sym typeface="Arial"/>
              </a:defRPr>
            </a:lvl9pPr>
          </a:lstStyle>
          <a:p/>
        </p:txBody>
      </p:sp>
      <p:sp>
        <p:nvSpPr>
          <p:cNvPr id="8" name="Google Shape;8;p2"/>
          <p:cNvSpPr txBox="1"/>
          <p:nvPr>
            <p:ph idx="12" type="sldNum"/>
          </p:nvPr>
        </p:nvSpPr>
        <p:spPr>
          <a:xfrm>
            <a:off x="39375527" y="29992724"/>
            <a:ext cx="1224963" cy="1304735"/>
          </a:xfrm>
          <a:prstGeom prst="rect">
            <a:avLst/>
          </a:prstGeom>
          <a:noFill/>
          <a:ln>
            <a:noFill/>
          </a:ln>
        </p:spPr>
        <p:txBody>
          <a:bodyPr anchorCtr="0" anchor="t" bIns="199725" lIns="199725" spcFirstLastPara="1" rIns="199725" wrap="square" tIns="199725">
            <a:spAutoFit/>
          </a:bodyPr>
          <a:lstStyle>
            <a:lvl1pPr indent="0" lvl="0" marL="0" marR="0" rtl="0" algn="r">
              <a:lnSpc>
                <a:spcPct val="100000"/>
              </a:lnSpc>
              <a:spcBef>
                <a:spcPts val="0"/>
              </a:spcBef>
              <a:spcAft>
                <a:spcPts val="0"/>
              </a:spcAft>
              <a:buClr>
                <a:srgbClr val="000000"/>
              </a:buClr>
              <a:buSzPts val="6400"/>
              <a:buFont typeface="Times New Roman"/>
              <a:buNone/>
              <a:defRPr b="0" i="0" sz="6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6400"/>
              <a:buFont typeface="Times New Roman"/>
              <a:buNone/>
              <a:defRPr b="0" i="0" sz="6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6400"/>
              <a:buFont typeface="Times New Roman"/>
              <a:buNone/>
              <a:defRPr b="0" i="0" sz="6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6400"/>
              <a:buFont typeface="Times New Roman"/>
              <a:buNone/>
              <a:defRPr b="0" i="0" sz="6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6400"/>
              <a:buFont typeface="Times New Roman"/>
              <a:buNone/>
              <a:defRPr b="0" i="0" sz="6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6400"/>
              <a:buFont typeface="Times New Roman"/>
              <a:buNone/>
              <a:defRPr b="0" i="0" sz="6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6400"/>
              <a:buFont typeface="Times New Roman"/>
              <a:buNone/>
              <a:defRPr b="0" i="0" sz="6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6400"/>
              <a:buFont typeface="Times New Roman"/>
              <a:buNone/>
              <a:defRPr b="0" i="0" sz="6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6400"/>
              <a:buFont typeface="Times New Roman"/>
              <a:buNone/>
              <a:defRPr b="0" i="0" sz="6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5.png"/><Relationship Id="rId13" Type="http://schemas.openxmlformats.org/officeDocument/2006/relationships/image" Target="../media/image7.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g31cee297c96_0_93"/>
          <p:cNvSpPr/>
          <p:nvPr/>
        </p:nvSpPr>
        <p:spPr>
          <a:xfrm>
            <a:off x="0" y="0"/>
            <a:ext cx="43891200" cy="4098300"/>
          </a:xfrm>
          <a:prstGeom prst="rect">
            <a:avLst/>
          </a:prstGeom>
          <a:solidFill>
            <a:srgbClr val="022169"/>
          </a:solidFill>
          <a:ln cap="flat" cmpd="sng" w="63500">
            <a:solidFill>
              <a:srgbClr val="022169"/>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Times New Roman"/>
              <a:buNone/>
            </a:pPr>
            <a:r>
              <a:t/>
            </a:r>
            <a:endParaRPr b="0" i="0" sz="1800" u="none" cap="none" strike="noStrike">
              <a:solidFill>
                <a:srgbClr val="000000"/>
              </a:solidFill>
              <a:latin typeface="Arial"/>
              <a:ea typeface="Arial"/>
              <a:cs typeface="Arial"/>
              <a:sym typeface="Arial"/>
            </a:endParaRPr>
          </a:p>
        </p:txBody>
      </p:sp>
      <p:sp>
        <p:nvSpPr>
          <p:cNvPr id="46" name="Google Shape;46;g31cee297c96_0_93"/>
          <p:cNvSpPr txBox="1"/>
          <p:nvPr/>
        </p:nvSpPr>
        <p:spPr>
          <a:xfrm>
            <a:off x="4734913" y="2722889"/>
            <a:ext cx="34421400" cy="13263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FFFFFF"/>
              </a:buClr>
              <a:buSzPts val="3800"/>
              <a:buFont typeface="Arial"/>
              <a:buNone/>
            </a:pPr>
            <a:r>
              <a:rPr lang="en-US" sz="3800">
                <a:solidFill>
                  <a:srgbClr val="FFFFFF"/>
                </a:solidFill>
              </a:rPr>
              <a:t>Tetsuya Andrew Kawatika* and </a:t>
            </a:r>
            <a:r>
              <a:rPr b="0" i="0" lang="en-US" sz="3800" u="none" cap="none" strike="noStrike">
                <a:solidFill>
                  <a:srgbClr val="FFFFFF"/>
                </a:solidFill>
                <a:latin typeface="Arial"/>
                <a:ea typeface="Arial"/>
                <a:cs typeface="Arial"/>
                <a:sym typeface="Arial"/>
              </a:rPr>
              <a:t>Susie Park </a:t>
            </a:r>
            <a:endParaRPr b="0"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500"/>
              </a:spcBef>
              <a:spcAft>
                <a:spcPts val="0"/>
              </a:spcAft>
              <a:buClr>
                <a:srgbClr val="FFFFFF"/>
              </a:buClr>
              <a:buSzPts val="3800"/>
              <a:buFont typeface="Arial"/>
              <a:buNone/>
            </a:pPr>
            <a:r>
              <a:rPr b="0" i="0" lang="en-US" sz="3800" u="none" cap="none" strike="noStrike">
                <a:solidFill>
                  <a:srgbClr val="FFFFFF"/>
                </a:solidFill>
                <a:latin typeface="Arial"/>
                <a:ea typeface="Arial"/>
                <a:cs typeface="Arial"/>
                <a:sym typeface="Arial"/>
              </a:rPr>
              <a:t>Department of Chemical Engineering, Columbia University, New York, NY 10027 </a:t>
            </a:r>
            <a:endParaRPr/>
          </a:p>
        </p:txBody>
      </p:sp>
      <p:sp>
        <p:nvSpPr>
          <p:cNvPr id="47" name="Google Shape;47;g31cee297c96_0_93"/>
          <p:cNvSpPr txBox="1"/>
          <p:nvPr/>
        </p:nvSpPr>
        <p:spPr>
          <a:xfrm>
            <a:off x="9018600" y="499575"/>
            <a:ext cx="25854000" cy="21240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FFFFFF"/>
              </a:buClr>
              <a:buSzPts val="6600"/>
              <a:buFont typeface="Arial"/>
              <a:buNone/>
            </a:pPr>
            <a:r>
              <a:rPr b="1" lang="en-US" sz="6600">
                <a:solidFill>
                  <a:srgbClr val="FFFFFF"/>
                </a:solidFill>
              </a:rPr>
              <a:t>Exploring Gaussian Mixture Models (GMM) as a tool for understanding urban water quality.</a:t>
            </a:r>
            <a:endParaRPr b="1" i="0" sz="6600" u="none" cap="none" strike="noStrike">
              <a:solidFill>
                <a:srgbClr val="FFFFFF"/>
              </a:solidFill>
              <a:latin typeface="Arial"/>
              <a:ea typeface="Arial"/>
              <a:cs typeface="Arial"/>
              <a:sym typeface="Arial"/>
            </a:endParaRPr>
          </a:p>
        </p:txBody>
      </p:sp>
      <p:pic>
        <p:nvPicPr>
          <p:cNvPr descr="Picture 9" id="48" name="Google Shape;48;g31cee297c96_0_93"/>
          <p:cNvPicPr preferRelativeResize="0"/>
          <p:nvPr/>
        </p:nvPicPr>
        <p:blipFill rotWithShape="1">
          <a:blip r:embed="rId3">
            <a:alphaModFix/>
          </a:blip>
          <a:srcRect b="0" l="0" r="0" t="0"/>
          <a:stretch/>
        </p:blipFill>
        <p:spPr>
          <a:xfrm>
            <a:off x="919842" y="404965"/>
            <a:ext cx="3775993" cy="3288258"/>
          </a:xfrm>
          <a:prstGeom prst="rect">
            <a:avLst/>
          </a:prstGeom>
          <a:noFill/>
          <a:ln>
            <a:noFill/>
          </a:ln>
        </p:spPr>
      </p:pic>
      <p:pic>
        <p:nvPicPr>
          <p:cNvPr descr="Picture 10" id="49" name="Google Shape;49;g31cee297c96_0_93"/>
          <p:cNvPicPr preferRelativeResize="0"/>
          <p:nvPr/>
        </p:nvPicPr>
        <p:blipFill rotWithShape="1">
          <a:blip r:embed="rId4">
            <a:alphaModFix/>
          </a:blip>
          <a:srcRect b="0" l="0" r="89666" t="0"/>
          <a:stretch/>
        </p:blipFill>
        <p:spPr>
          <a:xfrm>
            <a:off x="40046854" y="450868"/>
            <a:ext cx="2779415" cy="3281273"/>
          </a:xfrm>
          <a:prstGeom prst="rect">
            <a:avLst/>
          </a:prstGeom>
          <a:noFill/>
          <a:ln>
            <a:noFill/>
          </a:ln>
        </p:spPr>
      </p:pic>
      <p:sp>
        <p:nvSpPr>
          <p:cNvPr id="50" name="Google Shape;50;g31cee297c96_0_93"/>
          <p:cNvSpPr txBox="1"/>
          <p:nvPr/>
        </p:nvSpPr>
        <p:spPr>
          <a:xfrm>
            <a:off x="17409501" y="4714560"/>
            <a:ext cx="142200" cy="276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200"/>
              <a:buFont typeface="Times"/>
              <a:buNone/>
            </a:pPr>
            <a:r>
              <a:rPr b="0" i="0" lang="en-US" sz="1200" u="none" cap="none" strike="noStrike">
                <a:solidFill>
                  <a:srgbClr val="000000"/>
                </a:solidFill>
                <a:latin typeface="Times"/>
                <a:ea typeface="Times"/>
                <a:cs typeface="Times"/>
                <a:sym typeface="Times"/>
              </a:rPr>
              <a:t> </a:t>
            </a:r>
            <a:endParaRPr/>
          </a:p>
        </p:txBody>
      </p:sp>
      <p:sp>
        <p:nvSpPr>
          <p:cNvPr id="51" name="Google Shape;51;g31cee297c96_0_93"/>
          <p:cNvSpPr txBox="1"/>
          <p:nvPr/>
        </p:nvSpPr>
        <p:spPr>
          <a:xfrm>
            <a:off x="2040770" y="7239093"/>
            <a:ext cx="142200" cy="276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200"/>
              <a:buFont typeface="Times"/>
              <a:buNone/>
            </a:pPr>
            <a:r>
              <a:rPr b="0" i="0" lang="en-US" sz="1200" u="none" cap="none" strike="noStrike">
                <a:solidFill>
                  <a:srgbClr val="000000"/>
                </a:solidFill>
                <a:latin typeface="Times"/>
                <a:ea typeface="Times"/>
                <a:cs typeface="Times"/>
                <a:sym typeface="Times"/>
              </a:rPr>
              <a:t> </a:t>
            </a:r>
            <a:endParaRPr/>
          </a:p>
        </p:txBody>
      </p:sp>
      <p:sp>
        <p:nvSpPr>
          <p:cNvPr id="52" name="Google Shape;52;g31cee297c96_0_93"/>
          <p:cNvSpPr txBox="1"/>
          <p:nvPr/>
        </p:nvSpPr>
        <p:spPr>
          <a:xfrm>
            <a:off x="2167770" y="7366093"/>
            <a:ext cx="142200" cy="276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200"/>
              <a:buFont typeface="Times"/>
              <a:buNone/>
            </a:pPr>
            <a:r>
              <a:rPr b="0" i="0" lang="en-US" sz="1200" u="none" cap="none" strike="noStrike">
                <a:solidFill>
                  <a:srgbClr val="000000"/>
                </a:solidFill>
                <a:latin typeface="Times"/>
                <a:ea typeface="Times"/>
                <a:cs typeface="Times"/>
                <a:sym typeface="Times"/>
              </a:rPr>
              <a:t> </a:t>
            </a:r>
            <a:endParaRPr/>
          </a:p>
        </p:txBody>
      </p:sp>
      <p:sp>
        <p:nvSpPr>
          <p:cNvPr id="53" name="Google Shape;53;g31cee297c96_0_93"/>
          <p:cNvSpPr/>
          <p:nvPr/>
        </p:nvSpPr>
        <p:spPr>
          <a:xfrm>
            <a:off x="0" y="32003999"/>
            <a:ext cx="43891200" cy="354000"/>
          </a:xfrm>
          <a:prstGeom prst="rect">
            <a:avLst/>
          </a:prstGeom>
          <a:gradFill>
            <a:gsLst>
              <a:gs pos="0">
                <a:srgbClr val="022169"/>
              </a:gs>
              <a:gs pos="25000">
                <a:srgbClr val="0033A0"/>
              </a:gs>
              <a:gs pos="50000">
                <a:srgbClr val="0090CE"/>
              </a:gs>
              <a:gs pos="75000">
                <a:srgbClr val="6CACE4"/>
              </a:gs>
              <a:gs pos="100000">
                <a:srgbClr val="B9D9EB"/>
              </a:gs>
            </a:gsLst>
            <a:lin ang="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Times New Roman"/>
              <a:buNone/>
            </a:pPr>
            <a:r>
              <a:t/>
            </a:r>
            <a:endParaRPr b="0" i="0" sz="1800" u="none" cap="none" strike="noStrike">
              <a:solidFill>
                <a:srgbClr val="000000"/>
              </a:solidFill>
              <a:latin typeface="Arial"/>
              <a:ea typeface="Arial"/>
              <a:cs typeface="Arial"/>
              <a:sym typeface="Arial"/>
            </a:endParaRPr>
          </a:p>
        </p:txBody>
      </p:sp>
      <p:sp>
        <p:nvSpPr>
          <p:cNvPr id="54" name="Google Shape;54;g31cee297c96_0_93"/>
          <p:cNvSpPr/>
          <p:nvPr/>
        </p:nvSpPr>
        <p:spPr>
          <a:xfrm>
            <a:off x="-27428" y="4181775"/>
            <a:ext cx="11231100" cy="9184500"/>
          </a:xfrm>
          <a:prstGeom prst="roundRect">
            <a:avLst>
              <a:gd fmla="val 4894" name="adj"/>
            </a:avLst>
          </a:prstGeom>
          <a:solidFill>
            <a:srgbClr val="FFFFFF"/>
          </a:solidFill>
          <a:ln cap="flat" cmpd="sng" w="63500">
            <a:solidFill>
              <a:srgbClr val="1A97D3"/>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5" name="Google Shape;55;g31cee297c96_0_93"/>
          <p:cNvSpPr/>
          <p:nvPr/>
        </p:nvSpPr>
        <p:spPr>
          <a:xfrm>
            <a:off x="-27425" y="13573700"/>
            <a:ext cx="30409200" cy="18189600"/>
          </a:xfrm>
          <a:prstGeom prst="roundRect">
            <a:avLst>
              <a:gd fmla="val 4894" name="adj"/>
            </a:avLst>
          </a:prstGeom>
          <a:solidFill>
            <a:srgbClr val="FFFFFF"/>
          </a:solidFill>
          <a:ln cap="flat" cmpd="sng" w="63500">
            <a:solidFill>
              <a:srgbClr val="1A97D3"/>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 name="Google Shape;56;g31cee297c96_0_93"/>
          <p:cNvSpPr/>
          <p:nvPr/>
        </p:nvSpPr>
        <p:spPr>
          <a:xfrm>
            <a:off x="30635675" y="13590350"/>
            <a:ext cx="13071300" cy="11133900"/>
          </a:xfrm>
          <a:prstGeom prst="roundRect">
            <a:avLst>
              <a:gd fmla="val 4894" name="adj"/>
            </a:avLst>
          </a:prstGeom>
          <a:solidFill>
            <a:srgbClr val="FFFFFF"/>
          </a:solidFill>
          <a:ln cap="flat" cmpd="sng" w="63500">
            <a:solidFill>
              <a:srgbClr val="1A97D3"/>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 name="Google Shape;57;g31cee297c96_0_93"/>
          <p:cNvSpPr txBox="1"/>
          <p:nvPr/>
        </p:nvSpPr>
        <p:spPr>
          <a:xfrm>
            <a:off x="919846" y="4290000"/>
            <a:ext cx="9370500" cy="7389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1" lang="en-US" sz="4200"/>
              <a:t>Abstract</a:t>
            </a:r>
            <a:endParaRPr b="1" i="0" sz="4200" u="none" cap="none" strike="noStrike">
              <a:solidFill>
                <a:srgbClr val="000000"/>
              </a:solidFill>
              <a:latin typeface="Arial"/>
              <a:ea typeface="Arial"/>
              <a:cs typeface="Arial"/>
              <a:sym typeface="Arial"/>
            </a:endParaRPr>
          </a:p>
        </p:txBody>
      </p:sp>
      <p:grpSp>
        <p:nvGrpSpPr>
          <p:cNvPr id="58" name="Google Shape;58;g31cee297c96_0_93"/>
          <p:cNvGrpSpPr/>
          <p:nvPr/>
        </p:nvGrpSpPr>
        <p:grpSpPr>
          <a:xfrm>
            <a:off x="24629452" y="4148513"/>
            <a:ext cx="18924300" cy="9184500"/>
            <a:chOff x="11416127" y="4263650"/>
            <a:chExt cx="18924300" cy="9184500"/>
          </a:xfrm>
        </p:grpSpPr>
        <p:sp>
          <p:nvSpPr>
            <p:cNvPr id="59" name="Google Shape;59;g31cee297c96_0_93"/>
            <p:cNvSpPr/>
            <p:nvPr/>
          </p:nvSpPr>
          <p:spPr>
            <a:xfrm>
              <a:off x="11416127" y="4263650"/>
              <a:ext cx="18924300" cy="9184500"/>
            </a:xfrm>
            <a:prstGeom prst="roundRect">
              <a:avLst>
                <a:gd fmla="val 4894" name="adj"/>
              </a:avLst>
            </a:prstGeom>
            <a:solidFill>
              <a:srgbClr val="FFFFFF"/>
            </a:solidFill>
            <a:ln cap="flat" cmpd="sng" w="63500">
              <a:solidFill>
                <a:srgbClr val="1A97D3"/>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0" name="Google Shape;60;g31cee297c96_0_93"/>
            <p:cNvSpPr txBox="1"/>
            <p:nvPr/>
          </p:nvSpPr>
          <p:spPr>
            <a:xfrm>
              <a:off x="16234421" y="4290000"/>
              <a:ext cx="9370500" cy="7389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1" lang="en-US" sz="4200"/>
                <a:t>Model Selection and Criticism</a:t>
              </a:r>
              <a:endParaRPr b="1" i="0" sz="4200" u="none" cap="none" strike="noStrike">
                <a:solidFill>
                  <a:srgbClr val="000000"/>
                </a:solidFill>
                <a:latin typeface="Arial"/>
                <a:ea typeface="Arial"/>
                <a:cs typeface="Arial"/>
                <a:sym typeface="Arial"/>
              </a:endParaRPr>
            </a:p>
          </p:txBody>
        </p:sp>
      </p:grpSp>
      <p:grpSp>
        <p:nvGrpSpPr>
          <p:cNvPr id="61" name="Google Shape;61;g31cee297c96_0_93"/>
          <p:cNvGrpSpPr/>
          <p:nvPr/>
        </p:nvGrpSpPr>
        <p:grpSpPr>
          <a:xfrm>
            <a:off x="11401613" y="4172350"/>
            <a:ext cx="13071300" cy="9184500"/>
            <a:chOff x="30635676" y="4181775"/>
            <a:chExt cx="13071300" cy="9184500"/>
          </a:xfrm>
        </p:grpSpPr>
        <p:sp>
          <p:nvSpPr>
            <p:cNvPr id="62" name="Google Shape;62;g31cee297c96_0_93"/>
            <p:cNvSpPr/>
            <p:nvPr/>
          </p:nvSpPr>
          <p:spPr>
            <a:xfrm>
              <a:off x="30635676" y="4181775"/>
              <a:ext cx="13071300" cy="9184500"/>
            </a:xfrm>
            <a:prstGeom prst="roundRect">
              <a:avLst>
                <a:gd fmla="val 4894" name="adj"/>
              </a:avLst>
            </a:prstGeom>
            <a:solidFill>
              <a:srgbClr val="FFFFFF"/>
            </a:solidFill>
            <a:ln cap="flat" cmpd="sng" w="63500">
              <a:solidFill>
                <a:srgbClr val="1A97D3"/>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3" name="Google Shape;63;g31cee297c96_0_93"/>
            <p:cNvSpPr txBox="1"/>
            <p:nvPr/>
          </p:nvSpPr>
          <p:spPr>
            <a:xfrm>
              <a:off x="32486071" y="4290000"/>
              <a:ext cx="9370500" cy="7389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1" lang="en-US" sz="4200"/>
                <a:t>Background Information</a:t>
              </a:r>
              <a:endParaRPr b="1" i="0" sz="4200" u="none" cap="none" strike="noStrike">
                <a:solidFill>
                  <a:srgbClr val="000000"/>
                </a:solidFill>
                <a:latin typeface="Arial"/>
                <a:ea typeface="Arial"/>
                <a:cs typeface="Arial"/>
                <a:sym typeface="Arial"/>
              </a:endParaRPr>
            </a:p>
          </p:txBody>
        </p:sp>
      </p:grpSp>
      <p:sp>
        <p:nvSpPr>
          <p:cNvPr id="64" name="Google Shape;64;g31cee297c96_0_93"/>
          <p:cNvSpPr txBox="1"/>
          <p:nvPr/>
        </p:nvSpPr>
        <p:spPr>
          <a:xfrm>
            <a:off x="10491921" y="13906950"/>
            <a:ext cx="9370500" cy="7389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1" lang="en-US" sz="4200"/>
              <a:t>Results and Discussion</a:t>
            </a:r>
            <a:endParaRPr b="1" i="0" sz="4200" u="none" cap="none" strike="noStrike">
              <a:solidFill>
                <a:srgbClr val="000000"/>
              </a:solidFill>
              <a:latin typeface="Arial"/>
              <a:ea typeface="Arial"/>
              <a:cs typeface="Arial"/>
              <a:sym typeface="Arial"/>
            </a:endParaRPr>
          </a:p>
        </p:txBody>
      </p:sp>
      <p:sp>
        <p:nvSpPr>
          <p:cNvPr id="65" name="Google Shape;65;g31cee297c96_0_93"/>
          <p:cNvSpPr txBox="1"/>
          <p:nvPr/>
        </p:nvSpPr>
        <p:spPr>
          <a:xfrm>
            <a:off x="32486071" y="13906950"/>
            <a:ext cx="9370500" cy="7389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1" lang="en-US" sz="4200"/>
              <a:t>Conclusion and Future work</a:t>
            </a:r>
            <a:endParaRPr b="1" i="0" sz="4200" u="none" cap="none" strike="noStrike">
              <a:solidFill>
                <a:srgbClr val="000000"/>
              </a:solidFill>
              <a:latin typeface="Arial"/>
              <a:ea typeface="Arial"/>
              <a:cs typeface="Arial"/>
              <a:sym typeface="Arial"/>
            </a:endParaRPr>
          </a:p>
        </p:txBody>
      </p:sp>
      <p:sp>
        <p:nvSpPr>
          <p:cNvPr id="66" name="Google Shape;66;g31cee297c96_0_93"/>
          <p:cNvSpPr/>
          <p:nvPr/>
        </p:nvSpPr>
        <p:spPr>
          <a:xfrm>
            <a:off x="30635675" y="24981575"/>
            <a:ext cx="13071300" cy="6793800"/>
          </a:xfrm>
          <a:prstGeom prst="roundRect">
            <a:avLst>
              <a:gd fmla="val 4894" name="adj"/>
            </a:avLst>
          </a:prstGeom>
          <a:solidFill>
            <a:srgbClr val="FFFFFF"/>
          </a:solidFill>
          <a:ln cap="flat" cmpd="sng" w="63500">
            <a:solidFill>
              <a:srgbClr val="1A97D3"/>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7" name="Google Shape;67;g31cee297c96_0_93"/>
          <p:cNvSpPr txBox="1"/>
          <p:nvPr/>
        </p:nvSpPr>
        <p:spPr>
          <a:xfrm>
            <a:off x="32486071" y="25267375"/>
            <a:ext cx="9370500" cy="7389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1" lang="en-US" sz="4200"/>
              <a:t>Acknowledgements</a:t>
            </a:r>
            <a:endParaRPr b="1" i="0" sz="4200" u="none" cap="none" strike="noStrike">
              <a:solidFill>
                <a:srgbClr val="000000"/>
              </a:solidFill>
              <a:latin typeface="Arial"/>
              <a:ea typeface="Arial"/>
              <a:cs typeface="Arial"/>
              <a:sym typeface="Arial"/>
            </a:endParaRPr>
          </a:p>
        </p:txBody>
      </p:sp>
      <p:sp>
        <p:nvSpPr>
          <p:cNvPr id="68" name="Google Shape;68;g31cee297c96_0_93"/>
          <p:cNvSpPr txBox="1"/>
          <p:nvPr/>
        </p:nvSpPr>
        <p:spPr>
          <a:xfrm>
            <a:off x="327625" y="5181550"/>
            <a:ext cx="10626900" cy="79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t>Gaussian Mixture Models</a:t>
            </a:r>
            <a:r>
              <a:rPr lang="en-US" sz="3200"/>
              <a:t> are a powerful tool in data science and engineering. Especially as we live in a more data driven world, we need to understand the tools we have to actually parse through these data. To explore the uses and limitations of GMM we applied it to water quality data from New York. We seeked to identify clustering between spatial and contaminant features </a:t>
            </a:r>
            <a:r>
              <a:rPr lang="en-US" sz="3200"/>
              <a:t>within</a:t>
            </a:r>
            <a:r>
              <a:rPr lang="en-US" sz="3200"/>
              <a:t> the data. As this could reveal localized vs centralized issues with water quality. Our aim was to see if GMM could help us cluster water quality features such as Chlorine, turbidity, fluoride, and coliform levels by location or borough. However, model criticism using AIC and BIC revealed that minimizing error required as many clusters as data points, indicating a poor model. This study provides insights into the challenges of applying GMM to real world environmental data.</a:t>
            </a:r>
            <a:endParaRPr sz="3200"/>
          </a:p>
        </p:txBody>
      </p:sp>
      <p:sp>
        <p:nvSpPr>
          <p:cNvPr id="69" name="Google Shape;69;g31cee297c96_0_93"/>
          <p:cNvSpPr txBox="1"/>
          <p:nvPr/>
        </p:nvSpPr>
        <p:spPr>
          <a:xfrm>
            <a:off x="11743200" y="5075475"/>
            <a:ext cx="12317100" cy="76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t>Gaussian Mixture Models (GMM) </a:t>
            </a:r>
            <a:r>
              <a:rPr lang="en-US" sz="3200"/>
              <a:t>are a statistical clustering technique that is valuable to applications such as material design, signal processing, and environmental analysis.</a:t>
            </a:r>
            <a:endParaRPr sz="3200"/>
          </a:p>
          <a:p>
            <a:pPr indent="0" lvl="0" marL="0" rtl="0" algn="l">
              <a:spcBef>
                <a:spcPts val="0"/>
              </a:spcBef>
              <a:spcAft>
                <a:spcPts val="0"/>
              </a:spcAft>
              <a:buNone/>
            </a:pPr>
            <a:r>
              <a:rPr lang="en-US" sz="3200"/>
              <a:t>In the context of urban engineering, we hoped to </a:t>
            </a:r>
            <a:r>
              <a:rPr lang="en-US" sz="3200"/>
              <a:t>patterns between spatial and contaminant features as</a:t>
            </a:r>
            <a:r>
              <a:rPr lang="en-US" sz="3200"/>
              <a:t> this would give us insight on localized challenges. Differences in infrastructure across boroughs or landscape might necessitate specific adjustments to water management. This study was not only an investigation into NYC’s water quality but also a test of GMM’s application for real world data.</a:t>
            </a:r>
            <a:endParaRPr sz="3200"/>
          </a:p>
        </p:txBody>
      </p:sp>
      <p:sp>
        <p:nvSpPr>
          <p:cNvPr id="70" name="Google Shape;70;g31cee297c96_0_93"/>
          <p:cNvSpPr txBox="1"/>
          <p:nvPr/>
        </p:nvSpPr>
        <p:spPr>
          <a:xfrm>
            <a:off x="24902275" y="5075475"/>
            <a:ext cx="18389400" cy="79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u="sng"/>
              <a:t>GMM </a:t>
            </a:r>
            <a:r>
              <a:rPr lang="en-US" sz="3200"/>
              <a:t>was used for its ability to identify clusters in data with multi parameters. Our data set included spatial coordinates (X and Y) and water quality features (</a:t>
            </a:r>
            <a:r>
              <a:rPr b="1" lang="en-US" sz="3200" u="sng"/>
              <a:t>Chlorine</a:t>
            </a:r>
            <a:r>
              <a:rPr lang="en-US" sz="3200"/>
              <a:t>, </a:t>
            </a:r>
            <a:r>
              <a:rPr b="1" lang="en-US" sz="3200" u="sng"/>
              <a:t>Turbidity</a:t>
            </a:r>
            <a:r>
              <a:rPr lang="en-US" sz="3200"/>
              <a:t>, </a:t>
            </a:r>
            <a:r>
              <a:rPr b="1" lang="en-US" sz="3200" u="sng"/>
              <a:t>Fluoride</a:t>
            </a:r>
            <a:r>
              <a:rPr lang="en-US" sz="3200"/>
              <a:t>, and </a:t>
            </a:r>
            <a:r>
              <a:rPr b="1" lang="en-US" sz="3200" u="sng"/>
              <a:t>Coliform</a:t>
            </a:r>
            <a:r>
              <a:rPr lang="en-US" sz="3200"/>
              <a:t> concentrations) with the hypothesis that GMM could help cluster the data in a way that is location specific to NYC’s boroughs.</a:t>
            </a:r>
            <a:endParaRPr sz="3200"/>
          </a:p>
          <a:p>
            <a:pPr indent="0" lvl="0" marL="0" rtl="0" algn="l">
              <a:spcBef>
                <a:spcPts val="0"/>
              </a:spcBef>
              <a:spcAft>
                <a:spcPts val="0"/>
              </a:spcAft>
              <a:buNone/>
            </a:pPr>
            <a:r>
              <a:t/>
            </a:r>
            <a:endParaRPr sz="3200"/>
          </a:p>
          <a:p>
            <a:pPr indent="0" lvl="0" marL="0" rtl="0" algn="l">
              <a:spcBef>
                <a:spcPts val="0"/>
              </a:spcBef>
              <a:spcAft>
                <a:spcPts val="0"/>
              </a:spcAft>
              <a:buNone/>
            </a:pPr>
            <a:r>
              <a:t/>
            </a:r>
            <a:endParaRPr sz="3200"/>
          </a:p>
          <a:p>
            <a:pPr indent="0" lvl="0" marL="0" rtl="0" algn="l">
              <a:spcBef>
                <a:spcPts val="0"/>
              </a:spcBef>
              <a:spcAft>
                <a:spcPts val="0"/>
              </a:spcAft>
              <a:buNone/>
            </a:pPr>
            <a:r>
              <a:t/>
            </a:r>
            <a:endParaRPr sz="3200"/>
          </a:p>
          <a:p>
            <a:pPr indent="0" lvl="0" marL="0" rtl="0" algn="l">
              <a:spcBef>
                <a:spcPts val="0"/>
              </a:spcBef>
              <a:spcAft>
                <a:spcPts val="0"/>
              </a:spcAft>
              <a:buNone/>
            </a:pPr>
            <a:r>
              <a:t/>
            </a:r>
            <a:endParaRPr sz="3200"/>
          </a:p>
          <a:p>
            <a:pPr indent="0" lvl="0" marL="0" rtl="0" algn="l">
              <a:spcBef>
                <a:spcPts val="0"/>
              </a:spcBef>
              <a:spcAft>
                <a:spcPts val="0"/>
              </a:spcAft>
              <a:buNone/>
            </a:pPr>
            <a:r>
              <a:rPr lang="en-US" sz="3200"/>
              <a:t>We used </a:t>
            </a:r>
            <a:r>
              <a:rPr b="1" lang="en-US" sz="3200" u="sng"/>
              <a:t>Principal</a:t>
            </a:r>
            <a:r>
              <a:rPr b="1" lang="en-US" sz="3200" u="sng"/>
              <a:t> Component analysis </a:t>
            </a:r>
            <a:r>
              <a:rPr lang="en-US" sz="3200"/>
              <a:t>(PCA) to help reduce the </a:t>
            </a:r>
            <a:r>
              <a:rPr lang="en-US" sz="3200"/>
              <a:t>dimensionality</a:t>
            </a:r>
            <a:r>
              <a:rPr lang="en-US" sz="3200"/>
              <a:t> of the data to more easily achieve convergence for GMM while maintaining the variance in the data. It can also tell us preliminary key features.</a:t>
            </a:r>
            <a:endParaRPr sz="3200"/>
          </a:p>
          <a:p>
            <a:pPr indent="0" lvl="0" marL="0" rtl="0" algn="l">
              <a:spcBef>
                <a:spcPts val="0"/>
              </a:spcBef>
              <a:spcAft>
                <a:spcPts val="0"/>
              </a:spcAft>
              <a:buNone/>
            </a:pPr>
            <a:r>
              <a:t/>
            </a:r>
            <a:endParaRPr sz="3200"/>
          </a:p>
          <a:p>
            <a:pPr indent="0" lvl="0" marL="0" rtl="0" algn="l">
              <a:spcBef>
                <a:spcPts val="0"/>
              </a:spcBef>
              <a:spcAft>
                <a:spcPts val="0"/>
              </a:spcAft>
              <a:buNone/>
            </a:pPr>
            <a:r>
              <a:rPr lang="en-US" sz="3200"/>
              <a:t>Model criticism was performed using the </a:t>
            </a:r>
            <a:r>
              <a:rPr b="1" lang="en-US" sz="3200"/>
              <a:t>Akaike Information Criterion</a:t>
            </a:r>
            <a:r>
              <a:rPr lang="en-US" sz="3200"/>
              <a:t> (AIC) and </a:t>
            </a:r>
            <a:r>
              <a:rPr b="1" lang="en-US" sz="3200"/>
              <a:t>Bayesian Information Criterion</a:t>
            </a:r>
            <a:r>
              <a:rPr lang="en-US" sz="3200"/>
              <a:t> (BIC). Both criteria will tell us how many clusters we will need to minimize prediction error allowing us to determine an ideal amount of clusters for the data without overfitting.</a:t>
            </a:r>
            <a:endParaRPr sz="3200"/>
          </a:p>
          <a:p>
            <a:pPr indent="0" lvl="0" marL="0" rtl="0" algn="l">
              <a:spcBef>
                <a:spcPts val="0"/>
              </a:spcBef>
              <a:spcAft>
                <a:spcPts val="0"/>
              </a:spcAft>
              <a:buNone/>
            </a:pPr>
            <a:r>
              <a:t/>
            </a:r>
            <a:endParaRPr sz="3200"/>
          </a:p>
        </p:txBody>
      </p:sp>
      <p:sp>
        <p:nvSpPr>
          <p:cNvPr id="71" name="Google Shape;71;g31cee297c96_0_93"/>
          <p:cNvSpPr txBox="1"/>
          <p:nvPr/>
        </p:nvSpPr>
        <p:spPr>
          <a:xfrm>
            <a:off x="1584033" y="14533950"/>
            <a:ext cx="9370500" cy="7389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1" lang="en-US" sz="4200"/>
              <a:t>Initial Prediction:</a:t>
            </a:r>
            <a:endParaRPr b="1" i="0" sz="4200" u="none" cap="none" strike="noStrike">
              <a:solidFill>
                <a:srgbClr val="000000"/>
              </a:solidFill>
              <a:latin typeface="Arial"/>
              <a:ea typeface="Arial"/>
              <a:cs typeface="Arial"/>
              <a:sym typeface="Arial"/>
            </a:endParaRPr>
          </a:p>
        </p:txBody>
      </p:sp>
      <p:sp>
        <p:nvSpPr>
          <p:cNvPr id="72" name="Google Shape;72;g31cee297c96_0_93"/>
          <p:cNvSpPr txBox="1"/>
          <p:nvPr/>
        </p:nvSpPr>
        <p:spPr>
          <a:xfrm>
            <a:off x="1199350" y="27865125"/>
            <a:ext cx="9370500" cy="16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4900"/>
          </a:p>
        </p:txBody>
      </p:sp>
      <p:sp>
        <p:nvSpPr>
          <p:cNvPr id="73" name="Google Shape;73;g31cee297c96_0_93"/>
          <p:cNvSpPr txBox="1"/>
          <p:nvPr/>
        </p:nvSpPr>
        <p:spPr>
          <a:xfrm>
            <a:off x="10579200" y="26702463"/>
            <a:ext cx="8260800" cy="577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200"/>
              <a:t>Model Performance:</a:t>
            </a:r>
            <a:endParaRPr b="1" sz="3200"/>
          </a:p>
          <a:p>
            <a:pPr indent="-431800" lvl="0" marL="457200" rtl="0" algn="l">
              <a:spcBef>
                <a:spcPts val="0"/>
              </a:spcBef>
              <a:spcAft>
                <a:spcPts val="0"/>
              </a:spcAft>
              <a:buSzPts val="3200"/>
              <a:buChar char="●"/>
            </a:pPr>
            <a:r>
              <a:rPr lang="en-US" sz="3200"/>
              <a:t>AIC and BIC calculations determined that prediction errors were minimized at approximately 400 clusters.</a:t>
            </a:r>
            <a:endParaRPr sz="3200"/>
          </a:p>
          <a:p>
            <a:pPr indent="-431800" lvl="0" marL="457200" rtl="0" algn="l">
              <a:spcBef>
                <a:spcPts val="0"/>
              </a:spcBef>
              <a:spcAft>
                <a:spcPts val="0"/>
              </a:spcAft>
              <a:buSzPts val="3200"/>
              <a:buChar char="●"/>
            </a:pPr>
            <a:r>
              <a:rPr lang="en-US" sz="3200"/>
              <a:t>The required number of clusters is nearly equal to the number of sample sites (401).</a:t>
            </a:r>
            <a:endParaRPr sz="3200"/>
          </a:p>
          <a:p>
            <a:pPr indent="-431800" lvl="0" marL="457200" rtl="0" algn="l">
              <a:spcBef>
                <a:spcPts val="0"/>
              </a:spcBef>
              <a:spcAft>
                <a:spcPts val="0"/>
              </a:spcAft>
              <a:buSzPts val="3200"/>
              <a:buChar char="●"/>
            </a:pPr>
            <a:r>
              <a:rPr lang="en-US" sz="3200"/>
              <a:t>This suggests that GMM may not be suitable for datasets with small sample sizes as </a:t>
            </a:r>
            <a:r>
              <a:rPr lang="en-US" sz="3200"/>
              <a:t>data points</a:t>
            </a:r>
            <a:r>
              <a:rPr lang="en-US" sz="3200"/>
              <a:t> are too unique</a:t>
            </a:r>
            <a:endParaRPr sz="3200"/>
          </a:p>
        </p:txBody>
      </p:sp>
      <p:sp>
        <p:nvSpPr>
          <p:cNvPr id="74" name="Google Shape;74;g31cee297c96_0_93"/>
          <p:cNvSpPr txBox="1"/>
          <p:nvPr/>
        </p:nvSpPr>
        <p:spPr>
          <a:xfrm>
            <a:off x="20400600" y="27351675"/>
            <a:ext cx="8260800" cy="502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200"/>
              <a:t>Lessons on GMM as a tool</a:t>
            </a:r>
            <a:r>
              <a:rPr b="1" lang="en-US" sz="3200"/>
              <a:t>:</a:t>
            </a:r>
            <a:endParaRPr b="1" sz="3200"/>
          </a:p>
          <a:p>
            <a:pPr indent="-431800" lvl="0" marL="457200" rtl="0" algn="l">
              <a:spcBef>
                <a:spcPts val="0"/>
              </a:spcBef>
              <a:spcAft>
                <a:spcPts val="0"/>
              </a:spcAft>
              <a:buSzPts val="3200"/>
              <a:buChar char="●"/>
            </a:pPr>
            <a:r>
              <a:rPr lang="en-US" sz="3200"/>
              <a:t>A poor GMM fit doesn’t mean that the data or the model is bad. It means that it is not the right tool to be used for this data set.</a:t>
            </a:r>
            <a:endParaRPr sz="3200"/>
          </a:p>
          <a:p>
            <a:pPr indent="-431800" lvl="0" marL="457200" rtl="0" algn="l">
              <a:spcBef>
                <a:spcPts val="0"/>
              </a:spcBef>
              <a:spcAft>
                <a:spcPts val="0"/>
              </a:spcAft>
              <a:buSzPts val="3200"/>
              <a:buChar char="●"/>
            </a:pPr>
            <a:r>
              <a:rPr lang="en-US" sz="3200"/>
              <a:t>Real-world urban data sets, like water quality, may require alternative clustering techniques to reveal meaningful patterns.</a:t>
            </a:r>
            <a:endParaRPr sz="3200"/>
          </a:p>
        </p:txBody>
      </p:sp>
      <p:sp>
        <p:nvSpPr>
          <p:cNvPr id="75" name="Google Shape;75;g31cee297c96_0_93"/>
          <p:cNvSpPr txBox="1"/>
          <p:nvPr/>
        </p:nvSpPr>
        <p:spPr>
          <a:xfrm>
            <a:off x="31170450" y="14955150"/>
            <a:ext cx="12121200" cy="9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t>This study highlights the challenges of applying Gaussian Mixture Modeling to real-world </a:t>
            </a:r>
            <a:r>
              <a:rPr lang="en-US" sz="3200"/>
              <a:t>environmental</a:t>
            </a:r>
            <a:r>
              <a:rPr lang="en-US" sz="3200"/>
              <a:t> data sets. While GMM is a powerful tool, its effectiveness depends on the data’s structure and variability. In the case of NYC water quality, the model’s inability to make meaningful clusters might be indicative of two things:</a:t>
            </a:r>
            <a:endParaRPr sz="3200"/>
          </a:p>
          <a:p>
            <a:pPr indent="-431800" lvl="0" marL="457200" rtl="0" algn="l">
              <a:spcBef>
                <a:spcPts val="0"/>
              </a:spcBef>
              <a:spcAft>
                <a:spcPts val="0"/>
              </a:spcAft>
              <a:buSzPts val="3200"/>
              <a:buAutoNum type="arabicPeriod"/>
            </a:pPr>
            <a:r>
              <a:rPr lang="en-US" sz="3200"/>
              <a:t>There were not enough sampling sites for GMM to make meaningful predictions</a:t>
            </a:r>
            <a:endParaRPr sz="3200"/>
          </a:p>
          <a:p>
            <a:pPr indent="-431800" lvl="0" marL="457200" rtl="0" algn="l">
              <a:spcBef>
                <a:spcPts val="0"/>
              </a:spcBef>
              <a:spcAft>
                <a:spcPts val="0"/>
              </a:spcAft>
              <a:buSzPts val="3200"/>
              <a:buAutoNum type="arabicPeriod"/>
            </a:pPr>
            <a:r>
              <a:rPr lang="en-US" sz="3200"/>
              <a:t>There was no cluster or pattern to discover as the water treatment strategy NYC employed is uniform and strategized.</a:t>
            </a:r>
            <a:endParaRPr sz="3200"/>
          </a:p>
          <a:p>
            <a:pPr indent="0" lvl="0" marL="0" rtl="0" algn="l">
              <a:spcBef>
                <a:spcPts val="0"/>
              </a:spcBef>
              <a:spcAft>
                <a:spcPts val="0"/>
              </a:spcAft>
              <a:buNone/>
            </a:pPr>
            <a:r>
              <a:t/>
            </a:r>
            <a:endParaRPr sz="3200"/>
          </a:p>
          <a:p>
            <a:pPr indent="0" lvl="0" marL="0" rtl="0" algn="l">
              <a:spcBef>
                <a:spcPts val="0"/>
              </a:spcBef>
              <a:spcAft>
                <a:spcPts val="0"/>
              </a:spcAft>
              <a:buNone/>
            </a:pPr>
            <a:r>
              <a:rPr lang="en-US" sz="3200"/>
              <a:t>Future Work will focus on:</a:t>
            </a:r>
            <a:endParaRPr sz="3200"/>
          </a:p>
          <a:p>
            <a:pPr indent="-431800" lvl="0" marL="457200" rtl="0" algn="l">
              <a:spcBef>
                <a:spcPts val="0"/>
              </a:spcBef>
              <a:spcAft>
                <a:spcPts val="0"/>
              </a:spcAft>
              <a:buSzPts val="3200"/>
              <a:buChar char="●"/>
            </a:pPr>
            <a:r>
              <a:rPr lang="en-US" sz="3200"/>
              <a:t>Exploring alternative categorical techniques</a:t>
            </a:r>
            <a:endParaRPr sz="3200"/>
          </a:p>
          <a:p>
            <a:pPr indent="-431800" lvl="0" marL="457200" rtl="0" algn="l">
              <a:spcBef>
                <a:spcPts val="0"/>
              </a:spcBef>
              <a:spcAft>
                <a:spcPts val="0"/>
              </a:spcAft>
              <a:buSzPts val="3200"/>
              <a:buChar char="●"/>
            </a:pPr>
            <a:r>
              <a:rPr lang="en-US" sz="3200"/>
              <a:t>Exploring GMM as a technique with a different data set that might yield more meaningful patterns</a:t>
            </a:r>
            <a:endParaRPr sz="3200"/>
          </a:p>
          <a:p>
            <a:pPr indent="-431800" lvl="0" marL="457200" rtl="0" algn="l">
              <a:spcBef>
                <a:spcPts val="0"/>
              </a:spcBef>
              <a:spcAft>
                <a:spcPts val="0"/>
              </a:spcAft>
              <a:buSzPts val="3200"/>
              <a:buChar char="●"/>
            </a:pPr>
            <a:r>
              <a:rPr lang="en-US" sz="3200"/>
              <a:t>Expanding the data set so that GMM can pick up on a meaningful pattern.</a:t>
            </a:r>
            <a:endParaRPr sz="3200"/>
          </a:p>
        </p:txBody>
      </p:sp>
      <p:pic>
        <p:nvPicPr>
          <p:cNvPr id="76" name="Google Shape;76;g31cee297c96_0_93"/>
          <p:cNvPicPr preferRelativeResize="0"/>
          <p:nvPr/>
        </p:nvPicPr>
        <p:blipFill>
          <a:blip r:embed="rId5">
            <a:alphaModFix/>
          </a:blip>
          <a:stretch>
            <a:fillRect/>
          </a:stretch>
        </p:blipFill>
        <p:spPr>
          <a:xfrm>
            <a:off x="27256425" y="7078158"/>
            <a:ext cx="3775975" cy="2040954"/>
          </a:xfrm>
          <a:prstGeom prst="rect">
            <a:avLst/>
          </a:prstGeom>
          <a:noFill/>
          <a:ln>
            <a:noFill/>
          </a:ln>
        </p:spPr>
      </p:pic>
      <p:pic>
        <p:nvPicPr>
          <p:cNvPr id="77" name="Google Shape;77;g31cee297c96_0_93"/>
          <p:cNvPicPr preferRelativeResize="0"/>
          <p:nvPr/>
        </p:nvPicPr>
        <p:blipFill rotWithShape="1">
          <a:blip r:embed="rId6">
            <a:alphaModFix/>
          </a:blip>
          <a:srcRect b="24818" l="0" r="0" t="20320"/>
          <a:stretch/>
        </p:blipFill>
        <p:spPr>
          <a:xfrm>
            <a:off x="33040925" y="6685354"/>
            <a:ext cx="8260799" cy="2175309"/>
          </a:xfrm>
          <a:prstGeom prst="rect">
            <a:avLst/>
          </a:prstGeom>
          <a:noFill/>
          <a:ln>
            <a:noFill/>
          </a:ln>
        </p:spPr>
      </p:pic>
      <p:pic>
        <p:nvPicPr>
          <p:cNvPr id="78" name="Google Shape;78;g31cee297c96_0_93"/>
          <p:cNvPicPr preferRelativeResize="0"/>
          <p:nvPr/>
        </p:nvPicPr>
        <p:blipFill>
          <a:blip r:embed="rId7">
            <a:alphaModFix/>
          </a:blip>
          <a:stretch>
            <a:fillRect/>
          </a:stretch>
        </p:blipFill>
        <p:spPr>
          <a:xfrm>
            <a:off x="11968675" y="10337650"/>
            <a:ext cx="4019550" cy="2019300"/>
          </a:xfrm>
          <a:prstGeom prst="rect">
            <a:avLst/>
          </a:prstGeom>
          <a:noFill/>
          <a:ln>
            <a:noFill/>
          </a:ln>
        </p:spPr>
      </p:pic>
      <p:pic>
        <p:nvPicPr>
          <p:cNvPr id="79" name="Google Shape;79;g31cee297c96_0_93"/>
          <p:cNvPicPr preferRelativeResize="0"/>
          <p:nvPr/>
        </p:nvPicPr>
        <p:blipFill rotWithShape="1">
          <a:blip r:embed="rId8">
            <a:alphaModFix/>
          </a:blip>
          <a:srcRect b="7340" l="0" r="9730" t="13130"/>
          <a:stretch/>
        </p:blipFill>
        <p:spPr>
          <a:xfrm>
            <a:off x="15988224" y="9722900"/>
            <a:ext cx="8260800" cy="3281275"/>
          </a:xfrm>
          <a:prstGeom prst="rect">
            <a:avLst/>
          </a:prstGeom>
          <a:noFill/>
          <a:ln>
            <a:noFill/>
          </a:ln>
        </p:spPr>
      </p:pic>
      <p:sp>
        <p:nvSpPr>
          <p:cNvPr id="80" name="Google Shape;80;g31cee297c96_0_93"/>
          <p:cNvSpPr txBox="1"/>
          <p:nvPr/>
        </p:nvSpPr>
        <p:spPr>
          <a:xfrm>
            <a:off x="31253475" y="26066300"/>
            <a:ext cx="11913600" cy="531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p>
        </p:txBody>
      </p:sp>
      <p:pic>
        <p:nvPicPr>
          <p:cNvPr id="81" name="Google Shape;81;g31cee297c96_0_93"/>
          <p:cNvPicPr preferRelativeResize="0"/>
          <p:nvPr/>
        </p:nvPicPr>
        <p:blipFill>
          <a:blip r:embed="rId9">
            <a:alphaModFix/>
          </a:blip>
          <a:stretch>
            <a:fillRect/>
          </a:stretch>
        </p:blipFill>
        <p:spPr>
          <a:xfrm>
            <a:off x="576109" y="15428559"/>
            <a:ext cx="11913599" cy="9364954"/>
          </a:xfrm>
          <a:prstGeom prst="rect">
            <a:avLst/>
          </a:prstGeom>
          <a:solidFill>
            <a:srgbClr val="FFFFFF"/>
          </a:solidFill>
          <a:ln>
            <a:noFill/>
          </a:ln>
        </p:spPr>
      </p:pic>
      <p:sp>
        <p:nvSpPr>
          <p:cNvPr id="82" name="Google Shape;82;g31cee297c96_0_93"/>
          <p:cNvSpPr txBox="1"/>
          <p:nvPr/>
        </p:nvSpPr>
        <p:spPr>
          <a:xfrm>
            <a:off x="2040775" y="24846238"/>
            <a:ext cx="6594300" cy="995700"/>
          </a:xfrm>
          <a:prstGeom prst="rect">
            <a:avLst/>
          </a:prstGeom>
          <a:noFill/>
          <a:ln>
            <a:noFill/>
          </a:ln>
        </p:spPr>
        <p:txBody>
          <a:bodyPr anchorCtr="0" anchor="t" bIns="91425" lIns="91425" spcFirstLastPara="1" rIns="91425" wrap="square" tIns="91425">
            <a:noAutofit/>
          </a:bodyPr>
          <a:lstStyle/>
          <a:p>
            <a:pPr indent="0" lvl="0" marL="457200" rtl="0" algn="ctr">
              <a:spcBef>
                <a:spcPts val="0"/>
              </a:spcBef>
              <a:spcAft>
                <a:spcPts val="0"/>
              </a:spcAft>
              <a:buNone/>
            </a:pPr>
            <a:r>
              <a:rPr b="1" lang="en-US" sz="3200"/>
              <a:t>5 cluster guess for 5 </a:t>
            </a:r>
            <a:r>
              <a:rPr b="1" lang="en-US" sz="3200"/>
              <a:t>boroughs</a:t>
            </a:r>
            <a:endParaRPr b="1" sz="3200"/>
          </a:p>
        </p:txBody>
      </p:sp>
      <p:sp>
        <p:nvSpPr>
          <p:cNvPr id="83" name="Google Shape;83;g31cee297c96_0_93"/>
          <p:cNvSpPr txBox="1"/>
          <p:nvPr/>
        </p:nvSpPr>
        <p:spPr>
          <a:xfrm>
            <a:off x="19862421" y="14598575"/>
            <a:ext cx="9370500" cy="7389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1" lang="en-US" sz="4200"/>
              <a:t>Data Generation</a:t>
            </a:r>
            <a:r>
              <a:rPr b="1" lang="en-US" sz="4200"/>
              <a:t>:</a:t>
            </a:r>
            <a:endParaRPr b="1" i="0" sz="4200" u="none" cap="none" strike="noStrike">
              <a:solidFill>
                <a:srgbClr val="000000"/>
              </a:solidFill>
              <a:latin typeface="Arial"/>
              <a:ea typeface="Arial"/>
              <a:cs typeface="Arial"/>
              <a:sym typeface="Arial"/>
            </a:endParaRPr>
          </a:p>
        </p:txBody>
      </p:sp>
      <p:grpSp>
        <p:nvGrpSpPr>
          <p:cNvPr id="84" name="Google Shape;84;g31cee297c96_0_93"/>
          <p:cNvGrpSpPr/>
          <p:nvPr/>
        </p:nvGrpSpPr>
        <p:grpSpPr>
          <a:xfrm>
            <a:off x="20202458" y="15273037"/>
            <a:ext cx="9370611" cy="12071011"/>
            <a:chOff x="20202196" y="15272854"/>
            <a:chExt cx="8690976" cy="11195522"/>
          </a:xfrm>
        </p:grpSpPr>
        <p:pic>
          <p:nvPicPr>
            <p:cNvPr id="85" name="Google Shape;85;g31cee297c96_0_93"/>
            <p:cNvPicPr preferRelativeResize="0"/>
            <p:nvPr/>
          </p:nvPicPr>
          <p:blipFill>
            <a:blip r:embed="rId10">
              <a:alphaModFix/>
            </a:blip>
            <a:stretch>
              <a:fillRect/>
            </a:stretch>
          </p:blipFill>
          <p:spPr>
            <a:xfrm>
              <a:off x="20202196" y="15272854"/>
              <a:ext cx="8690976" cy="3691631"/>
            </a:xfrm>
            <a:prstGeom prst="rect">
              <a:avLst/>
            </a:prstGeom>
            <a:solidFill>
              <a:srgbClr val="FFFFFF"/>
            </a:solidFill>
            <a:ln>
              <a:noFill/>
            </a:ln>
          </p:spPr>
        </p:pic>
        <p:pic>
          <p:nvPicPr>
            <p:cNvPr id="86" name="Google Shape;86;g31cee297c96_0_93"/>
            <p:cNvPicPr preferRelativeResize="0"/>
            <p:nvPr/>
          </p:nvPicPr>
          <p:blipFill>
            <a:blip r:embed="rId11">
              <a:alphaModFix/>
            </a:blip>
            <a:stretch>
              <a:fillRect/>
            </a:stretch>
          </p:blipFill>
          <p:spPr>
            <a:xfrm>
              <a:off x="20202208" y="18964475"/>
              <a:ext cx="8690963" cy="3691626"/>
            </a:xfrm>
            <a:prstGeom prst="rect">
              <a:avLst/>
            </a:prstGeom>
            <a:solidFill>
              <a:srgbClr val="FFFFFF"/>
            </a:solidFill>
            <a:ln>
              <a:noFill/>
            </a:ln>
          </p:spPr>
        </p:pic>
        <p:pic>
          <p:nvPicPr>
            <p:cNvPr id="87" name="Google Shape;87;g31cee297c96_0_93"/>
            <p:cNvPicPr preferRelativeResize="0"/>
            <p:nvPr/>
          </p:nvPicPr>
          <p:blipFill>
            <a:blip r:embed="rId12">
              <a:alphaModFix/>
            </a:blip>
            <a:stretch>
              <a:fillRect/>
            </a:stretch>
          </p:blipFill>
          <p:spPr>
            <a:xfrm>
              <a:off x="20202202" y="22776750"/>
              <a:ext cx="8690963" cy="3691626"/>
            </a:xfrm>
            <a:prstGeom prst="rect">
              <a:avLst/>
            </a:prstGeom>
            <a:solidFill>
              <a:srgbClr val="FFFFFF"/>
            </a:solidFill>
            <a:ln>
              <a:noFill/>
            </a:ln>
          </p:spPr>
        </p:pic>
      </p:grpSp>
      <p:pic>
        <p:nvPicPr>
          <p:cNvPr id="88" name="Google Shape;88;g31cee297c96_0_93"/>
          <p:cNvPicPr preferRelativeResize="0"/>
          <p:nvPr/>
        </p:nvPicPr>
        <p:blipFill>
          <a:blip r:embed="rId13">
            <a:alphaModFix/>
          </a:blip>
          <a:stretch>
            <a:fillRect/>
          </a:stretch>
        </p:blipFill>
        <p:spPr>
          <a:xfrm>
            <a:off x="1435913" y="25894653"/>
            <a:ext cx="7582675" cy="5656900"/>
          </a:xfrm>
          <a:prstGeom prst="rect">
            <a:avLst/>
          </a:prstGeom>
          <a:solidFill>
            <a:srgbClr val="FFFFFF"/>
          </a:solidFill>
          <a:ln>
            <a:noFill/>
          </a:ln>
        </p:spPr>
      </p:pic>
      <p:sp>
        <p:nvSpPr>
          <p:cNvPr id="89" name="Google Shape;89;g31cee297c96_0_93"/>
          <p:cNvSpPr txBox="1"/>
          <p:nvPr/>
        </p:nvSpPr>
        <p:spPr>
          <a:xfrm>
            <a:off x="15988213" y="23682288"/>
            <a:ext cx="4275900" cy="12123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SzPts val="3200"/>
              <a:buChar char="●"/>
            </a:pPr>
            <a:r>
              <a:rPr lang="en-US" sz="3200"/>
              <a:t>PCA reduced dataset from 148936 by 7 to 148936 by 2</a:t>
            </a:r>
            <a:endParaRPr sz="3200"/>
          </a:p>
        </p:txBody>
      </p:sp>
      <p:sp>
        <p:nvSpPr>
          <p:cNvPr id="90" name="Google Shape;90;g31cee297c96_0_93"/>
          <p:cNvSpPr txBox="1"/>
          <p:nvPr/>
        </p:nvSpPr>
        <p:spPr>
          <a:xfrm>
            <a:off x="10024346" y="21287625"/>
            <a:ext cx="9370500" cy="7389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1" lang="en-US" sz="4200"/>
              <a:t>GMM Performance:</a:t>
            </a:r>
            <a:endParaRPr b="1" i="0" sz="4200" u="none" cap="none" strike="noStrike">
              <a:solidFill>
                <a:srgbClr val="000000"/>
              </a:solidFill>
              <a:latin typeface="Arial"/>
              <a:ea typeface="Arial"/>
              <a:cs typeface="Arial"/>
              <a:sym typeface="Arial"/>
            </a:endParaRPr>
          </a:p>
        </p:txBody>
      </p:sp>
      <p:sp>
        <p:nvSpPr>
          <p:cNvPr id="91" name="Google Shape;91;g31cee297c96_0_93"/>
          <p:cNvSpPr txBox="1"/>
          <p:nvPr/>
        </p:nvSpPr>
        <p:spPr>
          <a:xfrm>
            <a:off x="12489700" y="15306937"/>
            <a:ext cx="7582800" cy="590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200"/>
              <a:t>Implications for Water Quality Data:</a:t>
            </a:r>
            <a:endParaRPr b="1" sz="3200"/>
          </a:p>
          <a:p>
            <a:pPr indent="-431800" lvl="0" marL="457200" rtl="0" algn="l">
              <a:spcBef>
                <a:spcPts val="0"/>
              </a:spcBef>
              <a:spcAft>
                <a:spcPts val="0"/>
              </a:spcAft>
              <a:buSzPts val="3200"/>
              <a:buChar char="●"/>
            </a:pPr>
            <a:r>
              <a:rPr lang="en-US" sz="3200"/>
              <a:t>The inability to cluster effectively may indicate uniformity in NYC’s water treatment strategy. </a:t>
            </a:r>
            <a:endParaRPr sz="3200"/>
          </a:p>
          <a:p>
            <a:pPr indent="-431800" lvl="0" marL="457200" rtl="0" algn="l">
              <a:spcBef>
                <a:spcPts val="0"/>
              </a:spcBef>
              <a:spcAft>
                <a:spcPts val="0"/>
              </a:spcAft>
              <a:buSzPts val="3200"/>
              <a:buChar char="●"/>
            </a:pPr>
            <a:r>
              <a:rPr lang="en-US" sz="3200"/>
              <a:t>This suggests that the water treatment management of NYC is centralized and not localized.</a:t>
            </a:r>
            <a:endParaRPr sz="3200"/>
          </a:p>
          <a:p>
            <a:pPr indent="-431800" lvl="0" marL="457200" rtl="0" algn="l">
              <a:spcBef>
                <a:spcPts val="0"/>
              </a:spcBef>
              <a:spcAft>
                <a:spcPts val="0"/>
              </a:spcAft>
              <a:buSzPts val="3200"/>
              <a:buChar char="●"/>
            </a:pPr>
            <a:r>
              <a:rPr lang="en-US" sz="3200"/>
              <a:t>There is probably a treatment plant closer to the source and the water simply gets delivered to the boroughs and not further treated based on location.</a:t>
            </a:r>
            <a:endParaRPr sz="3200"/>
          </a:p>
        </p:txBody>
      </p:sp>
      <p:pic>
        <p:nvPicPr>
          <p:cNvPr id="92" name="Google Shape;92;g31cee297c96_0_93"/>
          <p:cNvPicPr preferRelativeResize="0"/>
          <p:nvPr/>
        </p:nvPicPr>
        <p:blipFill>
          <a:blip r:embed="rId14">
            <a:alphaModFix/>
          </a:blip>
          <a:stretch>
            <a:fillRect/>
          </a:stretch>
        </p:blipFill>
        <p:spPr>
          <a:xfrm>
            <a:off x="9615675" y="21874425"/>
            <a:ext cx="6207435" cy="4828050"/>
          </a:xfrm>
          <a:prstGeom prst="rect">
            <a:avLst/>
          </a:prstGeom>
          <a:solidFill>
            <a:srgbClr val="FFFFFF"/>
          </a:solidFill>
          <a:ln>
            <a:noFill/>
          </a:ln>
        </p:spPr>
      </p:pic>
      <p:sp>
        <p:nvSpPr>
          <p:cNvPr id="93" name="Google Shape;93;g31cee297c96_0_93"/>
          <p:cNvSpPr txBox="1"/>
          <p:nvPr/>
        </p:nvSpPr>
        <p:spPr>
          <a:xfrm>
            <a:off x="31253475" y="25841950"/>
            <a:ext cx="11572800" cy="55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t>Image Sources: </a:t>
            </a:r>
            <a:endParaRPr b="1" sz="3200"/>
          </a:p>
          <a:p>
            <a:pPr indent="-431800" lvl="0" marL="457200" rtl="0" algn="l">
              <a:spcBef>
                <a:spcPts val="0"/>
              </a:spcBef>
              <a:spcAft>
                <a:spcPts val="0"/>
              </a:spcAft>
              <a:buSzPts val="3200"/>
              <a:buChar char="●"/>
            </a:pPr>
            <a:r>
              <a:rPr lang="en-US" sz="3200"/>
              <a:t>Ajitesh KumarI (2023, November 10). AIC &amp; BIC for selecting regression models.</a:t>
            </a:r>
            <a:endParaRPr sz="3200"/>
          </a:p>
          <a:p>
            <a:pPr indent="-431800" lvl="0" marL="457200" rtl="0" algn="l">
              <a:spcBef>
                <a:spcPts val="0"/>
              </a:spcBef>
              <a:spcAft>
                <a:spcPts val="0"/>
              </a:spcAft>
              <a:buSzPts val="3200"/>
              <a:buChar char="●"/>
            </a:pPr>
            <a:r>
              <a:rPr lang="en-US" sz="3200"/>
              <a:t>Carrasco, O. C. (2020, February 21). Gaussian mixture models explained. Medium. </a:t>
            </a:r>
            <a:endParaRPr sz="3200"/>
          </a:p>
          <a:p>
            <a:pPr indent="-431800" lvl="0" marL="457200" rtl="0" algn="l">
              <a:spcBef>
                <a:spcPts val="0"/>
              </a:spcBef>
              <a:spcAft>
                <a:spcPts val="0"/>
              </a:spcAft>
              <a:buSzPts val="3200"/>
              <a:buChar char="●"/>
            </a:pPr>
            <a:r>
              <a:rPr lang="en-US" sz="3200"/>
              <a:t>New York City water supply: Animated history. Myles Zhang. (2021a, March 28). </a:t>
            </a:r>
            <a:endParaRPr sz="3200"/>
          </a:p>
          <a:p>
            <a:pPr indent="0" lvl="0" marL="0" rtl="0" algn="l">
              <a:spcBef>
                <a:spcPts val="0"/>
              </a:spcBef>
              <a:spcAft>
                <a:spcPts val="0"/>
              </a:spcAft>
              <a:buNone/>
            </a:pPr>
            <a:r>
              <a:rPr b="1" lang="en-US" sz="3200"/>
              <a:t>Code Sources:</a:t>
            </a:r>
            <a:endParaRPr b="1" sz="3200"/>
          </a:p>
          <a:p>
            <a:pPr indent="-431800" lvl="0" marL="457200" rtl="0" algn="l">
              <a:spcBef>
                <a:spcPts val="0"/>
              </a:spcBef>
              <a:spcAft>
                <a:spcPts val="0"/>
              </a:spcAft>
              <a:buSzPts val="3200"/>
              <a:buChar char="●"/>
            </a:pPr>
            <a:r>
              <a:rPr lang="en-US" sz="3200"/>
              <a:t>Kyle Bishop, (2024 Sept-Dec). Courseworks.</a:t>
            </a:r>
            <a:endParaRPr sz="3200"/>
          </a:p>
          <a:p>
            <a:pPr indent="0" lvl="0" marL="0" rtl="0" algn="l">
              <a:spcBef>
                <a:spcPts val="0"/>
              </a:spcBef>
              <a:spcAft>
                <a:spcPts val="0"/>
              </a:spcAft>
              <a:buNone/>
            </a:pPr>
            <a:r>
              <a:rPr lang="en-US" sz="3200"/>
              <a:t>Data Source:</a:t>
            </a:r>
            <a:endParaRPr sz="3200"/>
          </a:p>
          <a:p>
            <a:pPr indent="-431800" lvl="0" marL="457200" rtl="0" algn="l">
              <a:spcBef>
                <a:spcPts val="0"/>
              </a:spcBef>
              <a:spcAft>
                <a:spcPts val="0"/>
              </a:spcAft>
              <a:buSzPts val="3200"/>
              <a:buChar char="●"/>
            </a:pPr>
            <a:r>
              <a:rPr lang="en-US" sz="3200"/>
              <a:t>“Drinking Water Quality Distribution Monitoring Data.”  NYC Open Data, Database, 18 Oct. 2024, Accessed Nov. 2024.</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a:dk1>
        <a:srgbClr val="000000"/>
      </a:dk1>
      <a:lt1>
        <a:srgbClr val="FFFFFF"/>
      </a:lt1>
      <a:dk2>
        <a:srgbClr val="A7A7A7"/>
      </a:dk2>
      <a:lt2>
        <a:srgbClr val="535353"/>
      </a:lt2>
      <a:accent1>
        <a:srgbClr val="2DA2BF"/>
      </a:accent1>
      <a:accent2>
        <a:srgbClr val="DA1F28"/>
      </a:accent2>
      <a:accent3>
        <a:srgbClr val="EB641B"/>
      </a:accent3>
      <a:accent4>
        <a:srgbClr val="39639D"/>
      </a:accent4>
      <a:accent5>
        <a:srgbClr val="474B78"/>
      </a:accent5>
      <a:accent6>
        <a:srgbClr val="7D3C4A"/>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a:dk1>
        <a:srgbClr val="000000"/>
      </a:dk1>
      <a:lt1>
        <a:srgbClr val="FFFFFF"/>
      </a:lt1>
      <a:dk2>
        <a:srgbClr val="A7A7A7"/>
      </a:dk2>
      <a:lt2>
        <a:srgbClr val="535353"/>
      </a:lt2>
      <a:accent1>
        <a:srgbClr val="2DA2BF"/>
      </a:accent1>
      <a:accent2>
        <a:srgbClr val="DA1F28"/>
      </a:accent2>
      <a:accent3>
        <a:srgbClr val="EB641B"/>
      </a:accent3>
      <a:accent4>
        <a:srgbClr val="39639D"/>
      </a:accent4>
      <a:accent5>
        <a:srgbClr val="474B78"/>
      </a:accent5>
      <a:accent6>
        <a:srgbClr val="7D3C4A"/>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 Young Park</dc:creator>
</cp:coreProperties>
</file>